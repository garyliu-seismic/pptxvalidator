
<file path=[Content_Types].xml><?xml version="1.0" encoding="utf-8"?>
<Types xmlns="http://schemas.openxmlformats.org/package/2006/content-types">
  <Default Extension="xml" ContentType="application/vnd.openxmlformats-officedocument.extended-properties+xml"/>
  <Default Extension="bin" ContentType="image/jpeg"/>
  <Default Extension="rels" ContentType="application/vnd.openxmlformats-package.relationship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notesMasters/notesMaster1.xml" ContentType="application/vnd.openxmlformats-officedocument.presentationml.notesMaster+xml"/>
  <Override PartName="/ppt/notesMasters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tags/tag1.xml" ContentType="application/vnd.openxmlformats-officedocument.presentationml.tags+xml"/>
  <Override PartName="/ppt/graphics/colors1.xml" ContentType="application/vnd.openxmlformats-officedocument.drawingml.diagramColors+xml"/>
  <Override PartName="/ppt/graphics/data1.xml" ContentType="application/vnd.openxmlformats-officedocument.drawingml.diagramData+xml"/>
  <Override PartName="/ppt/diagrams/drawing.xml" ContentType="application/vnd.ms-office.drawingml.diagramDrawing+xml"/>
  <Override PartName="/ppt/graphics/layout1.xml" ContentType="application/vnd.openxmlformats-officedocument.drawingml.diagramLayout+xml"/>
  <Override PartName="/ppt/graphics/quickStyle1.xml" ContentType="application/vnd.openxmlformats-officedocument.drawingml.diagramStyle+xml"/>
  <Override PartName="/ppt/tags/tag2.xml" ContentType="application/vnd.openxmlformats-officedocument.presentationml.tags+xml"/>
</Types>
</file>

<file path=_rels/.rels>&#65279;<?xml version="1.0" encoding="utf-8"?><Relationships xmlns="http://schemas.openxmlformats.org/package/2006/relationships"><Relationship Type="http://schemas.openxmlformats.org/officeDocument/2006/relationships/extended-properties" Target="/docProps/app.xml" Id="R4fae0c5d82f048d5" /><Relationship Type="http://schemas.openxmlformats.org/package/2006/relationships/metadata/core-properties" Target="/docProps/core.xml" Id="R132d057989984423" /><Relationship Type="http://schemas.openxmlformats.org/package/2006/relationships/metadata/thumbnail" Target="/docProps/thumbnail.bin" Id="rId2" /><Relationship Type="http://schemas.openxmlformats.org/officeDocument/2006/relationships/officeDocument" Target="/ppt/presentation.xml" Id="R3190a580d04f4d9d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d72ef34d1e974891"/>
  </p:sldMasterIdLst>
  <p:notesMasterIdLst>
    <p:notesMasterId r:id="R932876434e644a73"/>
  </p:notesMasterIdLst>
  <p:sldIdLst>
    <p:sldId id="256" r:id="R681de3bbb82246b8"/>
  </p:sldIdLst>
  <p:sldSz cx="12192000" cy="6858000"/>
  <p:notesSz cx="6858000" cy="9144000"/>
  <p:custDataLst>
    <p:tags r:id="Rebd86fada1ed4ce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1" d="100"/>
          <a:sy n="51" d="100"/>
        </p:scale>
        <p:origin x="38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0b8c0eab59e247a0" /><Relationship Type="http://schemas.openxmlformats.org/officeDocument/2006/relationships/tableStyles" Target="/ppt/tableStyles.xml" Id="R3becaa14ca034217" /><Relationship Type="http://schemas.openxmlformats.org/officeDocument/2006/relationships/viewProps" Target="/ppt/viewProps.xml" Id="Rd31a5aaa4170428f" /><Relationship Type="http://schemas.openxmlformats.org/officeDocument/2006/relationships/notesMaster" Target="/ppt/notesMasters/notesMaster1.xml" Id="R932876434e644a73" /><Relationship Type="http://schemas.openxmlformats.org/officeDocument/2006/relationships/slideMaster" Target="/ppt/slideMasters/slideMaster1.xml" Id="Rd72ef34d1e974891" /><Relationship Type="http://schemas.openxmlformats.org/officeDocument/2006/relationships/theme" Target="/ppt/slideMasters/theme/theme2.xml" Id="Rdded06cdf228469d" /><Relationship Type="http://schemas.openxmlformats.org/officeDocument/2006/relationships/slide" Target="/ppt/slides/slide1.xml" Id="R681de3bbb82246b8" /><Relationship Type="http://schemas.openxmlformats.org/officeDocument/2006/relationships/tags" Target="/ppt/tags/tag2.xml" Id="Rebd86fada1ed4ce6" /></Relationships>
</file>

<file path=ppt/diagrams/drawing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90AA60-005E-4DC7-B8B8-483F66A4A184}">
      <dsp:nvSpPr>
        <dsp:cNvPr id="0" name=""/>
        <dsp:cNvSpPr/>
      </dsp:nvSpPr>
      <dsp:spPr>
        <a:xfrm rot="5400000">
          <a:off x="8097436" y="-1183824"/>
          <a:ext cx="-7292232" cy="-1547008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SmartArt</a:t>
          </a:r>
        </a:p>
      </dsp:txBody>
      <dsp:txXfrm rot="-5400000">
        <a:off x="5133981" y="252983"/>
        <a:ext cx="965157" cy="1109376"/>
      </dsp:txXfrm>
    </dsp:sp>
    <dsp:sp modelId="{C9FE9AD3-4DC1-470D-BE32-4A4B1FD84492}">
      <dsp:nvSpPr>
        <dsp:cNvPr id="0" name=""/>
        <dsp:cNvSpPr/>
      </dsp:nvSpPr>
      <dsp:spPr>
        <a:xfrm>
          <a:off x="11196384" y="-748670"/>
          <a:ext cx="-6918322" cy="-24173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Table</a:t>
          </a:r>
        </a:p>
      </dsp:txBody>
      <dsp:txXfrm>
        <a:off x="6360192" y="324165"/>
        <a:ext cx="1798639" cy="967010"/>
      </dsp:txXfrm>
    </dsp:sp>
    <dsp:sp modelId="{C7B70718-D838-4A27-ACBD-1890ACF5FD60}">
      <dsp:nvSpPr>
        <dsp:cNvPr id="0" name=""/>
        <dsp:cNvSpPr/>
      </dsp:nvSpPr>
      <dsp:spPr>
        <a:xfrm rot="5400000">
          <a:off x="5068758" y="-1183824"/>
          <a:ext cx="-7292232" cy="-1547008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3619642" y="252983"/>
        <a:ext cx="965157" cy="1109376"/>
      </dsp:txXfrm>
    </dsp:sp>
    <dsp:sp modelId="{13DD4E9A-9797-4043-8D3E-F0A8226BA072}">
      <dsp:nvSpPr>
        <dsp:cNvPr id="0" name=""/>
        <dsp:cNvSpPr/>
      </dsp:nvSpPr>
      <dsp:spPr>
        <a:xfrm rot="5400000">
          <a:off x="6577296" y="1552172"/>
          <a:ext cx="-7292232" cy="-1547008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/>
            <a:t>SharedComponent</a:t>
          </a:r>
          <a:endParaRPr lang="en-US" sz="900" kern="1200" dirty="0"/>
        </a:p>
      </dsp:txBody>
      <dsp:txXfrm rot="-5400000">
        <a:off x="4373911" y="1620981"/>
        <a:ext cx="965157" cy="1109376"/>
      </dsp:txXfrm>
    </dsp:sp>
    <dsp:sp modelId="{727C6A21-DB39-47CD-8B52-4230B6F151CF}">
      <dsp:nvSpPr>
        <dsp:cNvPr id="0" name=""/>
        <dsp:cNvSpPr/>
      </dsp:nvSpPr>
      <dsp:spPr>
        <a:xfrm>
          <a:off x="3189534" y="1987326"/>
          <a:ext cx="-7034362" cy="-24173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Chart</a:t>
          </a:r>
        </a:p>
      </dsp:txBody>
      <dsp:txXfrm>
        <a:off x="2356767" y="1692163"/>
        <a:ext cx="1740619" cy="967010"/>
      </dsp:txXfrm>
    </dsp:sp>
    <dsp:sp modelId="{42984396-20DA-4DEE-A123-F37FB6A066EA}">
      <dsp:nvSpPr>
        <dsp:cNvPr id="0" name=""/>
        <dsp:cNvSpPr/>
      </dsp:nvSpPr>
      <dsp:spPr>
        <a:xfrm rot="5400000">
          <a:off x="9605974" y="1552172"/>
          <a:ext cx="-7292232" cy="-1547008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5888250" y="1620981"/>
        <a:ext cx="965157" cy="1109376"/>
      </dsp:txXfrm>
    </dsp:sp>
    <dsp:sp modelId="{43B97BD3-09C7-410D-9575-6B083271113F}">
      <dsp:nvSpPr>
        <dsp:cNvPr id="0" name=""/>
        <dsp:cNvSpPr/>
      </dsp:nvSpPr>
      <dsp:spPr>
        <a:xfrm rot="5400000">
          <a:off x="8097436" y="4288168"/>
          <a:ext cx="-7292232" cy="-1547008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SharedComponent</a:t>
          </a:r>
          <a:endParaRPr lang="en-US" sz="900" kern="1200" dirty="0"/>
        </a:p>
      </dsp:txBody>
      <dsp:txXfrm rot="-5400000">
        <a:off x="5133981" y="2988979"/>
        <a:ext cx="965157" cy="1109376"/>
      </dsp:txXfrm>
    </dsp:sp>
    <dsp:sp modelId="{792E0EC4-7046-47E1-AE80-81381CABC6F1}">
      <dsp:nvSpPr>
        <dsp:cNvPr id="0" name=""/>
        <dsp:cNvSpPr/>
      </dsp:nvSpPr>
      <dsp:spPr>
        <a:xfrm>
          <a:off x="11196384" y="4723322"/>
          <a:ext cx="-6918322" cy="-24173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Slides</a:t>
          </a:r>
        </a:p>
      </dsp:txBody>
      <dsp:txXfrm>
        <a:off x="6360192" y="3060161"/>
        <a:ext cx="1798639" cy="967010"/>
      </dsp:txXfrm>
    </dsp:sp>
    <dsp:sp modelId="{951B8062-DD0F-4883-AF89-E29843DDADD4}">
      <dsp:nvSpPr>
        <dsp:cNvPr id="0" name=""/>
        <dsp:cNvSpPr/>
      </dsp:nvSpPr>
      <dsp:spPr>
        <a:xfrm rot="5400000">
          <a:off x="5068758" y="4288168"/>
          <a:ext cx="-7292232" cy="-1547008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3619642" y="2988979"/>
        <a:ext cx="965157" cy="1109376"/>
      </dsp:txXfrm>
    </dsp:sp>
  </dsp:spTree>
</dsp:drawing>
</file>

<file path=ppt/graphic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graphics/data1.xml><?xml version="1.0" encoding="utf-8"?>
<dgm:dataModel xmlns:dsp="http://schemas.microsoft.com/office/drawing/2008/diagram" xmlns:dgm="http://schemas.openxmlformats.org/drawingml/2006/diagram" xmlns:a="http://schemas.openxmlformats.org/drawingml/2006/main">
  <dgm:ptLst>
    <dgm:pt modelId="{572BE1EC-3789-44FC-9F41-8D3E429807DD}" type="doc">
      <dgm:prSet loTypeId="urn:microsoft.com/office/officeart/2008/layout/AlternatingHexagon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4243743-07B5-4C8E-8C50-A269C1C22404}">
      <dgm:prSet phldrT="[Text]"/>
      <dgm:spPr/>
      <dgm:t>
        <a:bodyPr/>
        <a:lstStyle/>
        <a:p>
          <a:r>
            <a:rPr lang="en-US" dirty="0"/>
            <a:t>SmartArt</a:t>
          </a:r>
        </a:p>
      </dgm:t>
    </dgm:pt>
    <dgm:pt modelId="{8355C2FB-0E96-46B0-A89A-109BB6ADD9A2}" type="parTrans" cxnId="{4255B2C8-345C-4129-B40C-7394311510D7}">
      <dgm:prSet/>
      <dgm:spPr/>
      <dgm:t>
        <a:bodyPr/>
        <a:lstStyle/>
        <a:p>
          <a:endParaRPr lang="en-US"/>
        </a:p>
      </dgm:t>
    </dgm:pt>
    <dgm:pt modelId="{BD37F6E6-B6DC-4B17-8CE9-4655F284A4C6}" type="sibTrans" cxnId="{4255B2C8-345C-4129-B40C-7394311510D7}">
      <dgm:prSet/>
      <dgm:spPr/>
      <dgm:t>
        <a:bodyPr/>
        <a:lstStyle/>
        <a:p>
          <a:endParaRPr lang="en-US"/>
        </a:p>
      </dgm:t>
    </dgm:pt>
    <dgm:pt modelId="{80B126D2-4DAC-4117-8E21-2AE1450B40A6}">
      <dgm:prSet phldrT="[Text]"/>
      <dgm:spPr/>
      <dgm:t>
        <a:bodyPr/>
        <a:lstStyle/>
        <a:p>
          <a:r>
            <a:rPr lang="en-US" dirty="0"/>
            <a:t>Table</a:t>
          </a:r>
        </a:p>
      </dgm:t>
    </dgm:pt>
    <dgm:pt modelId="{5C67DD0E-9ACB-4162-8918-1839FEA19EBF}" type="parTrans" cxnId="{22EA9B1E-41B8-4688-95A0-C30532112D52}">
      <dgm:prSet/>
      <dgm:spPr/>
      <dgm:t>
        <a:bodyPr/>
        <a:lstStyle/>
        <a:p>
          <a:endParaRPr lang="en-US"/>
        </a:p>
      </dgm:t>
    </dgm:pt>
    <dgm:pt modelId="{0F8723FC-7C10-4279-9DE0-954ABAF9AAB4}" type="sibTrans" cxnId="{22EA9B1E-41B8-4688-95A0-C30532112D52}">
      <dgm:prSet/>
      <dgm:spPr/>
      <dgm:t>
        <a:bodyPr/>
        <a:lstStyle/>
        <a:p>
          <a:endParaRPr lang="en-US"/>
        </a:p>
      </dgm:t>
    </dgm:pt>
    <dgm:pt modelId="{B0375329-C6DE-464E-9946-E0652EE422C1}">
      <dgm:prSet phldrT="[Text]"/>
      <dgm:spPr/>
      <dgm:t>
        <a:bodyPr/>
        <a:lstStyle/>
        <a:p>
          <a:r>
            <a:rPr lang="en-US" dirty="0" err="1"/>
            <a:t>SharedComponent</a:t>
          </a:r>
          <a:endParaRPr lang="en-US" dirty="0"/>
        </a:p>
      </dgm:t>
    </dgm:pt>
    <dgm:pt modelId="{81B4EAD6-206A-4349-A4D4-32F1475BD928}" type="parTrans" cxnId="{F1735507-790E-4655-8068-02743B1933B9}">
      <dgm:prSet/>
      <dgm:spPr/>
      <dgm:t>
        <a:bodyPr/>
        <a:lstStyle/>
        <a:p>
          <a:endParaRPr lang="en-US"/>
        </a:p>
      </dgm:t>
    </dgm:pt>
    <dgm:pt modelId="{4AF60D84-C26E-4FBC-AB64-059BE08FEECF}" type="sibTrans" cxnId="{F1735507-790E-4655-8068-02743B1933B9}">
      <dgm:prSet/>
      <dgm:spPr/>
      <dgm:t>
        <a:bodyPr/>
        <a:lstStyle/>
        <a:p>
          <a:endParaRPr lang="en-US"/>
        </a:p>
      </dgm:t>
    </dgm:pt>
    <dgm:pt modelId="{C9092F96-CBE0-4D47-8E61-1648965AEDE1}">
      <dgm:prSet phldrT="[Text]"/>
      <dgm:spPr/>
      <dgm:t>
        <a:bodyPr/>
        <a:lstStyle/>
        <a:p>
          <a:r>
            <a:rPr lang="en-US" dirty="0"/>
            <a:t>Chart</a:t>
          </a:r>
        </a:p>
      </dgm:t>
    </dgm:pt>
    <dgm:pt modelId="{E0F5FA02-7BA7-4C6B-B5BE-D30B2D44DC26}" type="parTrans" cxnId="{3A65DF23-DD69-4058-8C9C-774D82FD1A5B}">
      <dgm:prSet/>
      <dgm:spPr/>
      <dgm:t>
        <a:bodyPr/>
        <a:lstStyle/>
        <a:p>
          <a:endParaRPr lang="en-US"/>
        </a:p>
      </dgm:t>
    </dgm:pt>
    <dgm:pt modelId="{CB39F738-602F-4002-8372-E30DBC1B1610}" type="sibTrans" cxnId="{3A65DF23-DD69-4058-8C9C-774D82FD1A5B}">
      <dgm:prSet/>
      <dgm:spPr/>
      <dgm:t>
        <a:bodyPr/>
        <a:lstStyle/>
        <a:p>
          <a:endParaRPr lang="en-US"/>
        </a:p>
      </dgm:t>
    </dgm:pt>
    <dgm:pt modelId="{84D4D47F-2DAF-4391-831E-E8FC77C2EE66}">
      <dgm:prSet phldrT="[Text]"/>
      <dgm:spPr/>
      <dgm:t>
        <a:bodyPr/>
        <a:lstStyle/>
        <a:p>
          <a:r>
            <a:rPr lang="en-US"/>
            <a:t>SharedComponent</a:t>
          </a:r>
          <a:endParaRPr lang="en-US" dirty="0"/>
        </a:p>
      </dgm:t>
    </dgm:pt>
    <dgm:pt modelId="{D865418D-4936-4FA1-8C80-36630C4EFF34}" type="parTrans" cxnId="{83F0B1E7-504E-4348-AFF7-C452B90B8DE0}">
      <dgm:prSet/>
      <dgm:spPr/>
      <dgm:t>
        <a:bodyPr/>
        <a:lstStyle/>
        <a:p>
          <a:endParaRPr lang="en-US"/>
        </a:p>
      </dgm:t>
    </dgm:pt>
    <dgm:pt modelId="{216AE87D-3BA8-4069-8128-791B0FD18D52}" type="sibTrans" cxnId="{83F0B1E7-504E-4348-AFF7-C452B90B8DE0}">
      <dgm:prSet/>
      <dgm:spPr/>
      <dgm:t>
        <a:bodyPr/>
        <a:lstStyle/>
        <a:p>
          <a:endParaRPr lang="en-US"/>
        </a:p>
      </dgm:t>
    </dgm:pt>
    <dgm:pt modelId="{41E3DA96-3849-4B19-9C05-045088C0194B}">
      <dgm:prSet phldrT="[Text]"/>
      <dgm:spPr/>
      <dgm:t>
        <a:bodyPr/>
        <a:lstStyle/>
        <a:p>
          <a:r>
            <a:rPr lang="en-US" dirty="0"/>
            <a:t>Slides</a:t>
          </a:r>
        </a:p>
      </dgm:t>
    </dgm:pt>
    <dgm:pt modelId="{52911155-7228-4990-91DF-E3962792C3BA}" type="parTrans" cxnId="{3A2B1331-B244-4D78-A8A3-C0685A9BBE4F}">
      <dgm:prSet/>
      <dgm:spPr/>
      <dgm:t>
        <a:bodyPr/>
        <a:lstStyle/>
        <a:p>
          <a:endParaRPr lang="en-US"/>
        </a:p>
      </dgm:t>
    </dgm:pt>
    <dgm:pt modelId="{1A49B73F-E4D6-4F31-9FFC-A2772F4CA043}" type="sibTrans" cxnId="{3A2B1331-B244-4D78-A8A3-C0685A9BBE4F}">
      <dgm:prSet/>
      <dgm:spPr/>
      <dgm:t>
        <a:bodyPr/>
        <a:lstStyle/>
        <a:p>
          <a:endParaRPr lang="en-US"/>
        </a:p>
      </dgm:t>
    </dgm:pt>
    <dgm:pt modelId="{9C9E765E-3C2F-41A4-AE89-2155C4B18C10}" type="pres">
      <dgm:prSet presAssocID="{572BE1EC-3789-44FC-9F41-8D3E429807DD}" presName="Name0" presStyleCnt="0">
        <dgm:presLayoutVars>
          <dgm:chMax/>
          <dgm:chPref/>
          <dgm:dir/>
          <dgm:animLvl val="lvl"/>
        </dgm:presLayoutVars>
      </dgm:prSet>
      <dgm:spPr/>
    </dgm:pt>
    <dgm:pt modelId="{9516ADE1-D51D-4533-8129-5D384D45928C}" type="pres">
      <dgm:prSet presAssocID="{E4243743-07B5-4C8E-8C50-A269C1C22404}" presName="composite" presStyleCnt="0"/>
      <dgm:spPr/>
    </dgm:pt>
    <dgm:pt modelId="{A290AA60-005E-4DC7-B8B8-483F66A4A184}" type="pres">
      <dgm:prSet presAssocID="{E4243743-07B5-4C8E-8C50-A269C1C22404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</dgm:pt>
    <dgm:pt modelId="{C9FE9AD3-4DC1-470D-BE32-4A4B1FD84492}" type="pres">
      <dgm:prSet presAssocID="{E4243743-07B5-4C8E-8C50-A269C1C22404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A435092E-17BE-4E99-9869-1DF02A859242}" type="pres">
      <dgm:prSet presAssocID="{E4243743-07B5-4C8E-8C50-A269C1C22404}" presName="BalanceSpacing" presStyleCnt="0"/>
      <dgm:spPr/>
    </dgm:pt>
    <dgm:pt modelId="{510FD651-D366-49B0-9381-32E23931D28D}" type="pres">
      <dgm:prSet presAssocID="{E4243743-07B5-4C8E-8C50-A269C1C22404}" presName="BalanceSpacing1" presStyleCnt="0"/>
      <dgm:spPr/>
    </dgm:pt>
    <dgm:pt modelId="{C7B70718-D838-4A27-ACBD-1890ACF5FD60}" type="pres">
      <dgm:prSet presAssocID="{BD37F6E6-B6DC-4B17-8CE9-4655F284A4C6}" presName="Accent1Text" presStyleLbl="node1" presStyleIdx="1" presStyleCnt="6"/>
      <dgm:spPr/>
    </dgm:pt>
    <dgm:pt modelId="{E2869D1D-7FB0-4939-9D78-334B9EDCD469}" type="pres">
      <dgm:prSet presAssocID="{BD37F6E6-B6DC-4B17-8CE9-4655F284A4C6}" presName="spaceBetweenRectangles" presStyleCnt="0"/>
      <dgm:spPr/>
    </dgm:pt>
    <dgm:pt modelId="{B513B114-6961-49E8-A453-3BA7B9B96BD6}" type="pres">
      <dgm:prSet presAssocID="{B0375329-C6DE-464E-9946-E0652EE422C1}" presName="composite" presStyleCnt="0"/>
      <dgm:spPr/>
    </dgm:pt>
    <dgm:pt modelId="{13DD4E9A-9797-4043-8D3E-F0A8226BA072}" type="pres">
      <dgm:prSet presAssocID="{B0375329-C6DE-464E-9946-E0652EE422C1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727C6A21-DB39-47CD-8B52-4230B6F151CF}" type="pres">
      <dgm:prSet presAssocID="{B0375329-C6DE-464E-9946-E0652EE422C1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6E5E79E9-9911-4174-9BB4-F9D4A8C423AA}" type="pres">
      <dgm:prSet presAssocID="{B0375329-C6DE-464E-9946-E0652EE422C1}" presName="BalanceSpacing" presStyleCnt="0"/>
      <dgm:spPr/>
    </dgm:pt>
    <dgm:pt modelId="{2AE3BE1F-4D4E-4042-A1D1-67F32E567913}" type="pres">
      <dgm:prSet presAssocID="{B0375329-C6DE-464E-9946-E0652EE422C1}" presName="BalanceSpacing1" presStyleCnt="0"/>
      <dgm:spPr/>
    </dgm:pt>
    <dgm:pt modelId="{42984396-20DA-4DEE-A123-F37FB6A066EA}" type="pres">
      <dgm:prSet presAssocID="{4AF60D84-C26E-4FBC-AB64-059BE08FEECF}" presName="Accent1Text" presStyleLbl="node1" presStyleIdx="3" presStyleCnt="6"/>
      <dgm:spPr/>
    </dgm:pt>
    <dgm:pt modelId="{499AF747-1A2F-4618-A994-061C03AC524F}" type="pres">
      <dgm:prSet presAssocID="{4AF60D84-C26E-4FBC-AB64-059BE08FEECF}" presName="spaceBetweenRectangles" presStyleCnt="0"/>
      <dgm:spPr/>
    </dgm:pt>
    <dgm:pt modelId="{14F0AAAA-4719-4549-9A48-54FC3A43B9E9}" type="pres">
      <dgm:prSet presAssocID="{84D4D47F-2DAF-4391-831E-E8FC77C2EE66}" presName="composite" presStyleCnt="0"/>
      <dgm:spPr/>
    </dgm:pt>
    <dgm:pt modelId="{43B97BD3-09C7-410D-9575-6B083271113F}" type="pres">
      <dgm:prSet presAssocID="{84D4D47F-2DAF-4391-831E-E8FC77C2EE66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792E0EC4-7046-47E1-AE80-81381CABC6F1}" type="pres">
      <dgm:prSet presAssocID="{84D4D47F-2DAF-4391-831E-E8FC77C2EE66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DADF6FDC-8881-4967-88A2-0BF0E09B7CEA}" type="pres">
      <dgm:prSet presAssocID="{84D4D47F-2DAF-4391-831E-E8FC77C2EE66}" presName="BalanceSpacing" presStyleCnt="0"/>
      <dgm:spPr/>
    </dgm:pt>
    <dgm:pt modelId="{D6374F05-D40F-4D43-BD52-1FCE0C9385FF}" type="pres">
      <dgm:prSet presAssocID="{84D4D47F-2DAF-4391-831E-E8FC77C2EE66}" presName="BalanceSpacing1" presStyleCnt="0"/>
      <dgm:spPr/>
    </dgm:pt>
    <dgm:pt modelId="{951B8062-DD0F-4883-AF89-E29843DDADD4}" type="pres">
      <dgm:prSet presAssocID="{216AE87D-3BA8-4069-8128-791B0FD18D52}" presName="Accent1Text" presStyleLbl="node1" presStyleIdx="5" presStyleCnt="6"/>
      <dgm:spPr/>
    </dgm:pt>
  </dgm:ptLst>
  <dgm:cxnLst>
    <dgm:cxn modelId="{F1735507-790E-4655-8068-02743B1933B9}" srcId="{572BE1EC-3789-44FC-9F41-8D3E429807DD}" destId="{B0375329-C6DE-464E-9946-E0652EE422C1}" srcOrd="1" destOrd="0" parTransId="{81B4EAD6-206A-4349-A4D4-32F1475BD928}" sibTransId="{4AF60D84-C26E-4FBC-AB64-059BE08FEECF}"/>
    <dgm:cxn modelId="{22EA9B1E-41B8-4688-95A0-C30532112D52}" srcId="{E4243743-07B5-4C8E-8C50-A269C1C22404}" destId="{80B126D2-4DAC-4117-8E21-2AE1450B40A6}" srcOrd="0" destOrd="0" parTransId="{5C67DD0E-9ACB-4162-8918-1839FEA19EBF}" sibTransId="{0F8723FC-7C10-4279-9DE0-954ABAF9AAB4}"/>
    <dgm:cxn modelId="{3A65DF23-DD69-4058-8C9C-774D82FD1A5B}" srcId="{B0375329-C6DE-464E-9946-E0652EE422C1}" destId="{C9092F96-CBE0-4D47-8E61-1648965AEDE1}" srcOrd="0" destOrd="0" parTransId="{E0F5FA02-7BA7-4C6B-B5BE-D30B2D44DC26}" sibTransId="{CB39F738-602F-4002-8372-E30DBC1B1610}"/>
    <dgm:cxn modelId="{3A2B1331-B244-4D78-A8A3-C0685A9BBE4F}" srcId="{84D4D47F-2DAF-4391-831E-E8FC77C2EE66}" destId="{41E3DA96-3849-4B19-9C05-045088C0194B}" srcOrd="0" destOrd="0" parTransId="{52911155-7228-4990-91DF-E3962792C3BA}" sibTransId="{1A49B73F-E4D6-4F31-9FFC-A2772F4CA043}"/>
    <dgm:cxn modelId="{2E9E4438-C523-447F-BDA6-99F7FFCED913}" type="presOf" srcId="{84D4D47F-2DAF-4391-831E-E8FC77C2EE66}" destId="{43B97BD3-09C7-410D-9575-6B083271113F}" srcOrd="0" destOrd="0" presId="urn:microsoft.com/office/officeart/2008/layout/AlternatingHexagons"/>
    <dgm:cxn modelId="{41F85239-6454-4ED9-A812-F853B8F653E7}" type="presOf" srcId="{BD37F6E6-B6DC-4B17-8CE9-4655F284A4C6}" destId="{C7B70718-D838-4A27-ACBD-1890ACF5FD60}" srcOrd="0" destOrd="0" presId="urn:microsoft.com/office/officeart/2008/layout/AlternatingHexagons"/>
    <dgm:cxn modelId="{13F2BC74-2319-4868-A4D2-26EE210F940E}" type="presOf" srcId="{572BE1EC-3789-44FC-9F41-8D3E429807DD}" destId="{9C9E765E-3C2F-41A4-AE89-2155C4B18C10}" srcOrd="0" destOrd="0" presId="urn:microsoft.com/office/officeart/2008/layout/AlternatingHexagons"/>
    <dgm:cxn modelId="{5D89DA56-9E8D-49F0-A1AA-D045C984C633}" type="presOf" srcId="{E4243743-07B5-4C8E-8C50-A269C1C22404}" destId="{A290AA60-005E-4DC7-B8B8-483F66A4A184}" srcOrd="0" destOrd="0" presId="urn:microsoft.com/office/officeart/2008/layout/AlternatingHexagons"/>
    <dgm:cxn modelId="{29F1F0A7-4A2B-46DC-A768-511153D30530}" type="presOf" srcId="{4AF60D84-C26E-4FBC-AB64-059BE08FEECF}" destId="{42984396-20DA-4DEE-A123-F37FB6A066EA}" srcOrd="0" destOrd="0" presId="urn:microsoft.com/office/officeart/2008/layout/AlternatingHexagons"/>
    <dgm:cxn modelId="{2C58E5AF-6059-40B2-8F0F-0A520885A79F}" type="presOf" srcId="{80B126D2-4DAC-4117-8E21-2AE1450B40A6}" destId="{C9FE9AD3-4DC1-470D-BE32-4A4B1FD84492}" srcOrd="0" destOrd="0" presId="urn:microsoft.com/office/officeart/2008/layout/AlternatingHexagons"/>
    <dgm:cxn modelId="{707125B6-6887-4394-8574-75EDDB88F0D4}" type="presOf" srcId="{41E3DA96-3849-4B19-9C05-045088C0194B}" destId="{792E0EC4-7046-47E1-AE80-81381CABC6F1}" srcOrd="0" destOrd="0" presId="urn:microsoft.com/office/officeart/2008/layout/AlternatingHexagons"/>
    <dgm:cxn modelId="{4255B2C8-345C-4129-B40C-7394311510D7}" srcId="{572BE1EC-3789-44FC-9F41-8D3E429807DD}" destId="{E4243743-07B5-4C8E-8C50-A269C1C22404}" srcOrd="0" destOrd="0" parTransId="{8355C2FB-0E96-46B0-A89A-109BB6ADD9A2}" sibTransId="{BD37F6E6-B6DC-4B17-8CE9-4655F284A4C6}"/>
    <dgm:cxn modelId="{2AD633CF-E689-4A15-84A8-1BDFBEA2E70B}" type="presOf" srcId="{216AE87D-3BA8-4069-8128-791B0FD18D52}" destId="{951B8062-DD0F-4883-AF89-E29843DDADD4}" srcOrd="0" destOrd="0" presId="urn:microsoft.com/office/officeart/2008/layout/AlternatingHexagons"/>
    <dgm:cxn modelId="{CCE3E4E5-E04E-4616-924E-25AC10D45A5B}" type="presOf" srcId="{C9092F96-CBE0-4D47-8E61-1648965AEDE1}" destId="{727C6A21-DB39-47CD-8B52-4230B6F151CF}" srcOrd="0" destOrd="0" presId="urn:microsoft.com/office/officeart/2008/layout/AlternatingHexagons"/>
    <dgm:cxn modelId="{83F0B1E7-504E-4348-AFF7-C452B90B8DE0}" srcId="{572BE1EC-3789-44FC-9F41-8D3E429807DD}" destId="{84D4D47F-2DAF-4391-831E-E8FC77C2EE66}" srcOrd="2" destOrd="0" parTransId="{D865418D-4936-4FA1-8C80-36630C4EFF34}" sibTransId="{216AE87D-3BA8-4069-8128-791B0FD18D52}"/>
    <dgm:cxn modelId="{1DE1A0FC-CD14-46A8-B375-0E2296AF9A85}" type="presOf" srcId="{B0375329-C6DE-464E-9946-E0652EE422C1}" destId="{13DD4E9A-9797-4043-8D3E-F0A8226BA072}" srcOrd="0" destOrd="0" presId="urn:microsoft.com/office/officeart/2008/layout/AlternatingHexagons"/>
    <dgm:cxn modelId="{35E27FCB-D506-4F09-8A43-B0D675C06E90}" type="presParOf" srcId="{9C9E765E-3C2F-41A4-AE89-2155C4B18C10}" destId="{9516ADE1-D51D-4533-8129-5D384D45928C}" srcOrd="0" destOrd="0" presId="urn:microsoft.com/office/officeart/2008/layout/AlternatingHexagons"/>
    <dgm:cxn modelId="{2EB9435A-9510-4F0F-BAF4-4EB13DBFDF57}" type="presParOf" srcId="{9516ADE1-D51D-4533-8129-5D384D45928C}" destId="{A290AA60-005E-4DC7-B8B8-483F66A4A184}" srcOrd="0" destOrd="0" presId="urn:microsoft.com/office/officeart/2008/layout/AlternatingHexagons"/>
    <dgm:cxn modelId="{F583E3A6-2F99-4E66-A257-F844C9721C9A}" type="presParOf" srcId="{9516ADE1-D51D-4533-8129-5D384D45928C}" destId="{C9FE9AD3-4DC1-470D-BE32-4A4B1FD84492}" srcOrd="1" destOrd="0" presId="urn:microsoft.com/office/officeart/2008/layout/AlternatingHexagons"/>
    <dgm:cxn modelId="{E6FDCC54-58AD-440E-9922-A91FBB0497C9}" type="presParOf" srcId="{9516ADE1-D51D-4533-8129-5D384D45928C}" destId="{A435092E-17BE-4E99-9869-1DF02A859242}" srcOrd="2" destOrd="0" presId="urn:microsoft.com/office/officeart/2008/layout/AlternatingHexagons"/>
    <dgm:cxn modelId="{1DB58A81-9555-4E64-9AE9-B3A41B918728}" type="presParOf" srcId="{9516ADE1-D51D-4533-8129-5D384D45928C}" destId="{510FD651-D366-49B0-9381-32E23931D28D}" srcOrd="3" destOrd="0" presId="urn:microsoft.com/office/officeart/2008/layout/AlternatingHexagons"/>
    <dgm:cxn modelId="{A51A8867-679F-4498-98F9-38E644C084D4}" type="presParOf" srcId="{9516ADE1-D51D-4533-8129-5D384D45928C}" destId="{C7B70718-D838-4A27-ACBD-1890ACF5FD60}" srcOrd="4" destOrd="0" presId="urn:microsoft.com/office/officeart/2008/layout/AlternatingHexagons"/>
    <dgm:cxn modelId="{B588D8D2-07E0-4BBF-A0BD-EB4B989F429D}" type="presParOf" srcId="{9C9E765E-3C2F-41A4-AE89-2155C4B18C10}" destId="{E2869D1D-7FB0-4939-9D78-334B9EDCD469}" srcOrd="1" destOrd="0" presId="urn:microsoft.com/office/officeart/2008/layout/AlternatingHexagons"/>
    <dgm:cxn modelId="{1B8B01D0-D856-40BD-A696-1FB17D3CC2E6}" type="presParOf" srcId="{9C9E765E-3C2F-41A4-AE89-2155C4B18C10}" destId="{B513B114-6961-49E8-A453-3BA7B9B96BD6}" srcOrd="2" destOrd="0" presId="urn:microsoft.com/office/officeart/2008/layout/AlternatingHexagons"/>
    <dgm:cxn modelId="{6538E77A-0E57-4972-A305-A9E9C36B4EFC}" type="presParOf" srcId="{B513B114-6961-49E8-A453-3BA7B9B96BD6}" destId="{13DD4E9A-9797-4043-8D3E-F0A8226BA072}" srcOrd="0" destOrd="0" presId="urn:microsoft.com/office/officeart/2008/layout/AlternatingHexagons"/>
    <dgm:cxn modelId="{12EF92F5-7EC0-4104-9EF1-16F1E9CEA21B}" type="presParOf" srcId="{B513B114-6961-49E8-A453-3BA7B9B96BD6}" destId="{727C6A21-DB39-47CD-8B52-4230B6F151CF}" srcOrd="1" destOrd="0" presId="urn:microsoft.com/office/officeart/2008/layout/AlternatingHexagons"/>
    <dgm:cxn modelId="{16B68436-05A0-46F5-9691-3873CEA96527}" type="presParOf" srcId="{B513B114-6961-49E8-A453-3BA7B9B96BD6}" destId="{6E5E79E9-9911-4174-9BB4-F9D4A8C423AA}" srcOrd="2" destOrd="0" presId="urn:microsoft.com/office/officeart/2008/layout/AlternatingHexagons"/>
    <dgm:cxn modelId="{09F2A5F0-9E2F-4DA5-9807-97E1ABD345F4}" type="presParOf" srcId="{B513B114-6961-49E8-A453-3BA7B9B96BD6}" destId="{2AE3BE1F-4D4E-4042-A1D1-67F32E567913}" srcOrd="3" destOrd="0" presId="urn:microsoft.com/office/officeart/2008/layout/AlternatingHexagons"/>
    <dgm:cxn modelId="{C246B6ED-FF0D-46FA-9571-DE01F0BF4297}" type="presParOf" srcId="{B513B114-6961-49E8-A453-3BA7B9B96BD6}" destId="{42984396-20DA-4DEE-A123-F37FB6A066EA}" srcOrd="4" destOrd="0" presId="urn:microsoft.com/office/officeart/2008/layout/AlternatingHexagons"/>
    <dgm:cxn modelId="{74394F3B-AADD-4C61-98AC-82603C395B2D}" type="presParOf" srcId="{9C9E765E-3C2F-41A4-AE89-2155C4B18C10}" destId="{499AF747-1A2F-4618-A994-061C03AC524F}" srcOrd="3" destOrd="0" presId="urn:microsoft.com/office/officeart/2008/layout/AlternatingHexagons"/>
    <dgm:cxn modelId="{46533E30-E61A-4D41-B46F-242E694C2BA0}" type="presParOf" srcId="{9C9E765E-3C2F-41A4-AE89-2155C4B18C10}" destId="{14F0AAAA-4719-4549-9A48-54FC3A43B9E9}" srcOrd="4" destOrd="0" presId="urn:microsoft.com/office/officeart/2008/layout/AlternatingHexagons"/>
    <dgm:cxn modelId="{FF90B2CD-2558-48AC-A930-25EFC8EF245F}" type="presParOf" srcId="{14F0AAAA-4719-4549-9A48-54FC3A43B9E9}" destId="{43B97BD3-09C7-410D-9575-6B083271113F}" srcOrd="0" destOrd="0" presId="urn:microsoft.com/office/officeart/2008/layout/AlternatingHexagons"/>
    <dgm:cxn modelId="{1E26596D-E6EE-4CAB-B927-90F17CC7B08F}" type="presParOf" srcId="{14F0AAAA-4719-4549-9A48-54FC3A43B9E9}" destId="{792E0EC4-7046-47E1-AE80-81381CABC6F1}" srcOrd="1" destOrd="0" presId="urn:microsoft.com/office/officeart/2008/layout/AlternatingHexagons"/>
    <dgm:cxn modelId="{21C7CB22-B9B4-4D64-B103-C3C0DEB406C3}" type="presParOf" srcId="{14F0AAAA-4719-4549-9A48-54FC3A43B9E9}" destId="{DADF6FDC-8881-4967-88A2-0BF0E09B7CEA}" srcOrd="2" destOrd="0" presId="urn:microsoft.com/office/officeart/2008/layout/AlternatingHexagons"/>
    <dgm:cxn modelId="{3593B778-500B-4FF4-94AC-819F075C8828}" type="presParOf" srcId="{14F0AAAA-4719-4549-9A48-54FC3A43B9E9}" destId="{D6374F05-D40F-4D43-BD52-1FCE0C9385FF}" srcOrd="3" destOrd="0" presId="urn:microsoft.com/office/officeart/2008/layout/AlternatingHexagons"/>
    <dgm:cxn modelId="{52449CDF-1D28-4BD5-AA1C-4C927C90913D}" type="presParOf" srcId="{14F0AAAA-4719-4549-9A48-54FC3A43B9E9}" destId="{951B8062-DD0F-4883-AF89-E29843DDADD4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7bde9212" minVer="http://schemas.openxmlformats.org/drawingml/2006/diagram"/>
    </a:ext>
  </dgm:extLst>
</dgm:dataModel>
</file>

<file path=ppt/graphics/layout1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graphic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.xml" Id="R15601c3d58e040e9" /></Relationships>
</file>

<file path=ppt/notesMasters/notesMaster1.xml><?xml version="1.0" encoding="utf-8"?>
<p:notes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68AF27-D0CA-48BD-87D7-C1D928596575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FC4230-3CC2-482D-BC2E-A33102E80429}" type="slidenum">
              <a:rPr lang="en-US" smtClean="0"/>
              <a:t>‹#›</a:t>
            </a:fld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2426077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32876434e644a73" /><Relationship Type="http://schemas.openxmlformats.org/officeDocument/2006/relationships/slide" Target="/ppt/slides/slide1.xml" Id="R681de3bbb82246b8" /></Relationships>
</file>

<file path=ppt/notesSlides/notesSlide1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FC4230-3CC2-482D-BC2E-A33102E80429}" type="slidenum">
              <a:rPr lang="en-US" smtClean="0"/>
              <a:t>1</a:t>
            </a:fld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1429510096"/>
      </p:ext>
    </p:extLst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2ef34d1e974891" /></Relationships>
</file>

<file path=ppt/slideLayouts/slideLayout1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CB8E4-C3DD-900E-385F-452C3C01DE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5EBB62-E6FE-E47D-65DC-5E88A041F5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1B67D-C26B-5C13-3F4F-EF1926F4D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B1022-E9E9-4B34-AEFE-198EC5B00CAF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B9E80D-04EF-0637-6799-03B773218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76C88F-34C1-C096-1DFD-C657E8AD5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B982-4EC6-49BD-9D21-2080193A51FF}" type="slidenum">
              <a:rPr lang="en-US" smtClean="0"/>
              <a:t>‹#›</a:t>
            </a:fld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3436642297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27c6eddc674571" /><Relationship Type="http://schemas.openxmlformats.org/officeDocument/2006/relationships/slideLayout" Target="/ppt/slideLayouts/slideLayout1.xml" Id="Rded8c98d73fa4942" /></Relationships>
</file>

<file path=ppt/slideMasters/slideMaster1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BC13AA-EF01-5C75-A9DA-83C3D1C74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18553-43D1-577B-A140-CC1350F57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7967E-37E6-2EA0-CA86-F3CB9E645A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CB1022-E9E9-4B34-AEFE-198EC5B00CAF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5E904-B372-F5BC-4971-3E8EADACB7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0AA2AA-CCB7-31C9-A025-3288A7A46A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3BB982-4EC6-49BD-9D21-2080193A51FF}" type="slidenum">
              <a:rPr lang="en-US" smtClean="0"/>
              <a:t>‹#›</a:t>
            </a:fld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746950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ded8c98d73fa494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2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b80806cf724bcb" /><Relationship Type="http://schemas.openxmlformats.org/officeDocument/2006/relationships/notesSlide" Target="/ppt/notesSlides/notesSlide1.xml" Id="R3b3573fdee7044d9" /><Relationship Type="http://schemas.openxmlformats.org/officeDocument/2006/relationships/image" Target="/ppt/media/image2.bin" Id="rId5" /><Relationship Type="http://schemas.openxmlformats.org/officeDocument/2006/relationships/tags" Target="/ppt/slides/tags/tag1.xml" Id="R2f462d9ed00b4e58" /><Relationship Type="http://schemas.openxmlformats.org/officeDocument/2006/relationships/diagramColors" Target="/ppt/graphics/colors1.xml" Id="rId3f47ebf1" /><Relationship Type="http://schemas.openxmlformats.org/officeDocument/2006/relationships/diagramData" Target="/ppt/graphics/data1.xml" Id="rId8e39170c" /><Relationship Type="http://schemas.microsoft.com/office/2007/relationships/diagramDrawing" Target="/ppt/diagrams/drawing.xml" Id="rId7bde9212" /><Relationship Type="http://schemas.openxmlformats.org/officeDocument/2006/relationships/diagramLayout" Target="/ppt/graphics/layout1.xml" Id="rIdea2c1a44" /><Relationship Type="http://schemas.openxmlformats.org/officeDocument/2006/relationships/diagramQuickStyle" Target="/ppt/graphics/quickStyle1.xml" Id="rIdf8ee03da" /></Relationships>
</file>

<file path=ppt/slides/slide1.xml><?xml version="1.0" encoding="utf-8"?>
<p:sld xmlns:dgm="http://schemas.openxmlformats.org/drawingml/2006/diagram"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ID="4fb1fb2c-25d4-4a2e-b74b-04b1b66bc74a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5C237-6E2D-21E1-671F-04E8480C6D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D0F453-6CC0-AA57-9008-D29331AF69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00" name="Content Placeholder 3" descr=""/>
          <p:cNvGraphicFramePr/>
          <p:nvPr/>
        </p:nvGraphicFramePr>
        <p:xfrm>
          <a:off x="838200" y="1253331"/>
          <a:ext cx="10515600" cy="4351338"/>
        </p:xfrm>
        <a:graphic xmlns:a="http://schemas.openxmlformats.org/drawingml/2006/main">
          <a:graphicData uri="http://schemas.openxmlformats.org/drawingml/2006/diagram">
            <dgm:relIds xmlns:dgm="http://schemas.openxmlformats.org/drawingml/2006/diagram" xmlns:r="http://schemas.openxmlformats.org/officeDocument/2006/relationships" r:dm="rId8e39170c" r:lo="rIdea2c1a44" r:qs="rIdf8ee03da" r:cs="rId3f47ebf1"/>
          </a:graphicData>
        </a:graphic>
      </p:graphicFrame>
    </p:spTree>
    <p:custDataLst/>
    <p:extLst>
      <p:ext uri="{BB962C8B-B14F-4D97-AF65-F5344CB8AC3E}">
        <p14:creationId xmlns:p14="http://schemas.microsoft.com/office/powerpoint/2010/main" val="2782224148"/>
      </p:ext>
    </p:extLst>
  </p:cSld>
  <p:clrMapOvr>
    <a:masterClrMapping/>
  </p:clrMapOvr>
</p:sld>
</file>

<file path=ppt/slides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SERT" val="20251017202841987"/>
</p:tagLst>
</file>

<file path=ppt/tags/tag2.xml><?xml version="1.0" encoding="utf-8"?>
<p:tagLst xmlns:p="http://schemas.openxmlformats.org/presentationml/2006/main">
  <p:tag name="SeismicInstance" val="{&quot;format&quot;:&quot;pptx&quot;,&quot;origin&quot;:{&quot;formId&quot;:&quot;618a23b2-7296-4f28-be8b-3a07d1084789&quot;,&quot;content&quot;:{&quot;id&quot;:&quot;8f44a883-3049-49ab-8c4a-f67ba87d21a5&quot;,&quot;name&quot;:&quot;ShareComponent_SmartArt&quot;,&quot;format&quot;:&quot;pptx&quot;,&quot;version&quot;:&quot;1.0&quot;,&quot;versionId&quot;:&quot;a8881f05-0544-4efb-a08c-92f47cdaa2b2&quot;},&quot;formName&quot;:&quot;ShareComponent_SmartArt&quot;,&quot;contentId&quot;:&quot;8f44a883-3049-49ab-8c4a-f67ba87d21a5&quot;,&quot;profileId&quot;:null,&quot;fullPathId&quot;:&quot;&quot;,&quot;repository&quot;:&quot;doccenter&quot;,&quot;teamsiteId&quot;:&quot;&quot;,&quot;fullPathName&quot;:&quot;&quot;,&quot;contentVersionId&quot;:&quot;a8881f05-0544-4efb-a08c-92f47cdaa2b2&quot;,&quot;profileVersionId&quot;:&quot;dbfa53ec-2378-4745-9b79-d4baa7ce4dfe&quot;},&quot;storages&quot;:[],&quot;generator&quot;:&quot;LiveDoc&quot;,&quot;instanceId&quot;:&quot;09c240f6-a542-4d8e-aee6-aae49e3e5c13&quot;,&quot;generationId&quot;:&quot;25714f2a-969d-4d1d-a531-2afa72e6d5fb&quot;,&quot;regionalFormat&quot;:{&quot;name&quot;:&quot;en-US&quot;,&quot;displayName&quot;:&quot;English (United States)&quot;},&quot;instanceStageId&quot;:&quot;86a3755b-dad1-47f0-9968-6ef0ed3b2ad4&quot;,&quot;instanceStageType&quot;:2}"/>
</p:tagL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ShareComponent_SmartArt_UpdateExpired</dc:title>
  <dc:creator>Kusum Bhalerao (c)</dc:creator>
  <cp:lastModifiedBy>Kusum Bhalerao (c)</cp:lastModifiedBy>
  <cp:revision>1</cp:revision>
  <dcterms:created xsi:type="dcterms:W3CDTF">2025-10-17T14:58:27Z</dcterms:created>
  <dcterms:modified xsi:type="dcterms:W3CDTF">2025-10-17T14:59:07Z</dcterms:modified>
</cp:coreProperties>
</file>