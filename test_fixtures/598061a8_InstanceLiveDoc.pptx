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bin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customXML/item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itemProps2.xml" ContentType="application/vnd.openxmlformats-officedocument.customXmlProperties+xml"/>
  <Override PartName="/ppt/tags/tag1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2503b52a6025461b" /><Relationship Type="http://schemas.openxmlformats.org/package/2006/relationships/metadata/core-properties" Target="/docProps/core.xml" Id="Rda22d1a049d04390" /><Relationship Type="http://schemas.openxmlformats.org/package/2006/relationships/metadata/thumbnail" Target="/docProps/thumbnail.bin" Id="rId2" /><Relationship Type="http://schemas.openxmlformats.org/officeDocument/2006/relationships/officeDocument" Target="/ppt/presentation.xml" Id="Rcd34f39b8550416c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7021cb0064434aef"/>
  </p:sldMasterIdLst>
  <p:notesMasterIdLst>
    <p:notesMasterId r:id="R960b1d66319342ca"/>
  </p:notesMasterIdLst>
  <p:sldIdLst>
    <p:sldId id="256" r:id="R6b9cdcbc316e49fa"/>
    <p:sldId id="261" r:id="Rc67e6a5714b446aa"/>
    <p:sldId id="262" r:id="Rb9366159b4f34727"/>
    <p:sldId id="263" r:id="R6cff3688489e4965"/>
    <p:sldId id="264" r:id="R84a3f1204e424d64"/>
    <p:sldId id="265" r:id="R63ae761a09bc4aca"/>
    <p:sldId id="266" r:id="R36068a8e809d4ad4"/>
    <p:sldId id="267" r:id="R58af2aa78eb14866"/>
    <p:sldId id="268" r:id="R889cd0c7378642f9"/>
    <p:sldId id="269" r:id="R3c892b6b418741dc"/>
    <p:sldId id="270" r:id="R19d15ce1a52342f2"/>
    <p:sldId id="257" r:id="Rc3f1039639c24573"/>
  </p:sldIdLst>
  <p:sldSz cx="12192000" cy="6858000"/>
  <p:notesSz cx="6858000" cy="9144000"/>
  <p:custDataLst>
    <p:custData r:id="R62877cb9ae7e4761"/>
    <p:custData r:id="R81e50f0d43b0498c"/>
    <p:tags r:id="R070b8018dba849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7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e5f5d505aa884409" /><Relationship Type="http://schemas.openxmlformats.org/officeDocument/2006/relationships/tableStyles" Target="/ppt/tableStyles.xml" Id="Raf2166f53b5b4d58" /><Relationship Type="http://schemas.openxmlformats.org/officeDocument/2006/relationships/viewProps" Target="/ppt/viewProps.xml" Id="R33dba017f629462e" /><Relationship Type="http://schemas.openxmlformats.org/officeDocument/2006/relationships/notesMaster" Target="/ppt/notesMasters/notesMaster1.xml" Id="R960b1d66319342ca" /><Relationship Type="http://schemas.openxmlformats.org/officeDocument/2006/relationships/slideMaster" Target="/ppt/slideMasters/slideMaster1.xml" Id="R7021cb0064434aef" /><Relationship Type="http://schemas.openxmlformats.org/officeDocument/2006/relationships/theme" Target="/ppt/slideMasters/theme/theme2.xml" Id="R51bd063911dd4833" /><Relationship Type="http://schemas.openxmlformats.org/officeDocument/2006/relationships/slide" Target="/ppt/slides/slide1.xml" Id="R6b9cdcbc316e49fa" /><Relationship Type="http://schemas.openxmlformats.org/officeDocument/2006/relationships/slide" Target="/ppt/slides/slide2.xml" Id="Rc67e6a5714b446aa" /><Relationship Type="http://schemas.openxmlformats.org/officeDocument/2006/relationships/slide" Target="/ppt/slides/slide3.xml" Id="Rb9366159b4f34727" /><Relationship Type="http://schemas.openxmlformats.org/officeDocument/2006/relationships/slide" Target="/ppt/slides/slide4.xml" Id="R6cff3688489e4965" /><Relationship Type="http://schemas.openxmlformats.org/officeDocument/2006/relationships/slide" Target="/ppt/slides/slide5.xml" Id="R84a3f1204e424d64" /><Relationship Type="http://schemas.openxmlformats.org/officeDocument/2006/relationships/slide" Target="/ppt/slides/slide6.xml" Id="R63ae761a09bc4aca" /><Relationship Type="http://schemas.openxmlformats.org/officeDocument/2006/relationships/slide" Target="/ppt/slides/slide7.xml" Id="R36068a8e809d4ad4" /><Relationship Type="http://schemas.openxmlformats.org/officeDocument/2006/relationships/slide" Target="/ppt/slides/slide8.xml" Id="R58af2aa78eb14866" /><Relationship Type="http://schemas.openxmlformats.org/officeDocument/2006/relationships/slide" Target="/ppt/slides/slide9.xml" Id="R889cd0c7378642f9" /><Relationship Type="http://schemas.openxmlformats.org/officeDocument/2006/relationships/slide" Target="/ppt/slides/slide10.xml" Id="R3c892b6b418741dc" /><Relationship Type="http://schemas.openxmlformats.org/officeDocument/2006/relationships/slide" Target="/ppt/slides/slide11.xml" Id="R19d15ce1a52342f2" /><Relationship Type="http://schemas.openxmlformats.org/officeDocument/2006/relationships/slide" Target="/ppt/slides/slide12.xml" Id="Rc3f1039639c24573" /><Relationship Type="http://schemas.openxmlformats.org/officeDocument/2006/relationships/customXml" Target="/customXML/item.xml" Id="R81e50f0d43b0498c" /><Relationship Type="http://schemas.openxmlformats.org/officeDocument/2006/relationships/customXml" Target="/customXML/item2.xml" Id="R62877cb9ae7e4761" /><Relationship Type="http://schemas.openxmlformats.org/officeDocument/2006/relationships/tags" Target="/ppt/tags/tag1.xml" Id="R070b8018dba849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b7dce111c69742ae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0B80D-AF98-436D-BEEC-5712ACEC1A43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D45F1-F472-4C78-9617-2CBCD948F830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8327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1.xml" Id="R6b9cdcbc316e49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2.xml" Id="Rc67e6a5714b446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3.xml" Id="Rb9366159b4f347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4.xml" Id="R6cff3688489e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5.xml" Id="R84a3f1204e424d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6.xml" Id="R63ae761a09bc4ac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7.xml" Id="R36068a8e809d4a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8.xml" Id="R58af2aa78eb1486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9.xml" Id="R889cd0c7378642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10.xml" Id="R3c892b6b418741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11.xml" Id="R19d15ce1a52342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60b1d66319342ca" /><Relationship Type="http://schemas.openxmlformats.org/officeDocument/2006/relationships/slide" Target="/ppt/slides/slide12.xml" Id="Rc3f1039639c24573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9530415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1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97357314"/>
      </p:ext>
    </p:extLst>
  </p:cSld>
  <p:clrMapOvr>
    <a:masterClrMapping/>
  </p:clrMapOvr>
</p:notes>
</file>

<file path=ppt/notesSlides/notesSlide1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D45F1-F472-4C78-9617-2CBCD948F830}" type="slidenum">
              <a:rPr lang="en-US" smtClean="0"/>
              <a:t>3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925559485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1cb0064434a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1cb0064434aef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BDCA1-434C-559B-6218-3EC7BFBB2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727AF-2343-4107-57EF-8CF765A3EB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13AF3-8A85-8E23-64B4-AB0CE0E24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E7A67-714D-A893-09DE-76568E872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AAE04-8695-C763-DF0F-7B5501DF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775229981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ED237-2D02-1171-02DA-3D0EB147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B88C-318F-98EE-13E2-37436EF2F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D4733-02A1-0462-3A7D-393BDBA8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9A480F-E06B-9454-277B-A9617EF79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31A0A-C267-45CC-44B0-197867964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600395983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785a9c41274005" /><Relationship Type="http://schemas.openxmlformats.org/officeDocument/2006/relationships/slideLayout" Target="/ppt/slideLayouts/slideLayout1.xml" Id="R1ca461157d604772" /><Relationship Type="http://schemas.openxmlformats.org/officeDocument/2006/relationships/slideLayout" Target="/ppt/slideLayouts/slideLayout2.xml" Id="R24f978961c1a489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D543E-6A20-FA3A-AF86-9D608C3BE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53475-849B-38DC-4E6A-B7E234C84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D1E89-7A0B-0FCC-5C0D-620DB6B17F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AE86E6-1DCB-482A-B2CD-4633AFA520A4}" type="datetimeFigureOut">
              <a:rPr lang="en-US" smtClean="0"/>
              <a:t>9/10/2025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DF74F-5298-3F27-DC2E-5517341C6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96F9E-C8C4-882B-5106-F5283F219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03B733-971B-46FF-BDFF-B5C543FA783F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064559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1ca461157d604772"/>
    <p:sldLayoutId id="2147483650" r:id="R24f978961c1a489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cb87c05a541a7" /><Relationship Type="http://schemas.openxmlformats.org/officeDocument/2006/relationships/notesSlide" Target="/ppt/notesSlides/notesSlide1.xml" Id="Ra52a0ea6138144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f2d476334743f6" /><Relationship Type="http://schemas.openxmlformats.org/officeDocument/2006/relationships/notesSlide" Target="/ppt/notesSlides/notesSlide2.xml" Id="R2208dd2fe04d4f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95eaaa6301481a" /><Relationship Type="http://schemas.openxmlformats.org/officeDocument/2006/relationships/notesSlide" Target="/ppt/notesSlides/notesSlide3.xml" Id="R2128ead1c47b44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fcb226b9e54d12" /><Relationship Type="http://schemas.openxmlformats.org/officeDocument/2006/relationships/notesSlide" Target="/ppt/notesSlides/notesSlide4.xml" Id="Rceafd6ee71ff43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8ee85b07a142be" /><Relationship Type="http://schemas.openxmlformats.org/officeDocument/2006/relationships/notesSlide" Target="/ppt/notesSlides/notesSlide5.xml" Id="Rd757258233564d5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deda63b26242b0" /><Relationship Type="http://schemas.openxmlformats.org/officeDocument/2006/relationships/notesSlide" Target="/ppt/notesSlides/notesSlide6.xml" Id="R75f6f166271b43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d6260454164e1f" /><Relationship Type="http://schemas.openxmlformats.org/officeDocument/2006/relationships/notesSlide" Target="/ppt/notesSlides/notesSlide7.xml" Id="Red054fbd99c445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813afc936042e1" /><Relationship Type="http://schemas.openxmlformats.org/officeDocument/2006/relationships/notesSlide" Target="/ppt/notesSlides/notesSlide8.xml" Id="Rfd3fcda88ab44b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40edfbd8504f99" /><Relationship Type="http://schemas.openxmlformats.org/officeDocument/2006/relationships/notesSlide" Target="/ppt/notesSlides/notesSlide9.xml" Id="R194d4cc982f54e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bef1641b784b67" /><Relationship Type="http://schemas.openxmlformats.org/officeDocument/2006/relationships/notesSlide" Target="/ppt/notesSlides/notesSlide10.xml" Id="R02e4da42339248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630fd42e224f38" /><Relationship Type="http://schemas.openxmlformats.org/officeDocument/2006/relationships/notesSlide" Target="/ppt/notesSlides/notesSlide11.xml" Id="Rc4115fda8f2e47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94f32495ef4c72" /><Relationship Type="http://schemas.openxmlformats.org/officeDocument/2006/relationships/notesSlide" Target="/ppt/notesSlides/notesSlide12.xml" Id="Rf9565af8cd9c45b3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528ec004-4793-428b-b1a9-3b3cec58926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A016-B868-F3AA-F574-29BF014392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96592-0B9E-2E6D-8CD4-5186FF533455}"/>
              </a:ext>
            </a:extLst>
          </p:cNvPr>
          <p:cNvSpPr>
            <a:spLocks noGrp="1"/>
          </p:cNvSpPr>
          <p:nvPr>
            <p:ph type="subTitle" idx="1"/>
            <p:custDataLst/>
          </p:nvPr>
        </p:nvSpPr>
        <p:spPr/>
        <p:txBody>
          <a:bodyPr/>
          <a:lstStyle/>
          <a:p>
            <a:r>
              <a:rPr lang="en-US"/>
              <a:t>who are you?</a:t>
            </a:r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568986228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7d2dbc8c-9aa7-42a8-bd2f-23e6302cb88e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5A83B-7A16-B221-D038-09F36CCB9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B4F7-0E3A-D788-C276-5303F120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30782145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b768f89d-ce5c-4167-8955-cffbbadf885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BABE0-0A27-F1B0-7039-CFDF824B2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B5705-02C6-3C16-EBA5-99D3D36AE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custDataLst/>
    <p:extLst>
      <p:ext uri="{BB962C8B-B14F-4D97-AF65-F5344CB8AC3E}">
        <p14:creationId xmlns:p14="http://schemas.microsoft.com/office/powerpoint/2010/main" val="1189023962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SeismicInstance" val="{&quot;format&quot;:&quot;pptx&quot;,&quot;origin&quot;:{&quot;formId&quot;:&quot;b81d7abb-bf4b-4d59-911e-22b0faa25559&quot;,&quot;content&quot;:{&quot;id&quot;:&quot;08410b41-b695-4515-98e2-04af905d8138&quot;,&quot;name&quot;:&quot;compliance-liveform-templete&quot;,&quot;format&quot;:&quot;pptx&quot;,&quot;version&quot;:&quot;1.0&quot;,&quot;versionId&quot;:&quot;0b8153b1-d5d1-4bc4-8939-2e97fff25c4a&quot;},&quot;formName&quot;:&quot;compliance-liveform-templete&quot;,&quot;contentId&quot;:&quot;08410b41-b695-4515-98e2-04af905d8138&quot;,&quot;profileId&quot;:null,&quot;fullPathId&quot;:&quot;&quot;,&quot;repository&quot;:&quot;doccenter&quot;,&quot;teamsiteId&quot;:&quot;&quot;,&quot;fullPathName&quot;:&quot;&quot;,&quot;contentVersionId&quot;:&quot;0b8153b1-d5d1-4bc4-8939-2e97fff25c4a&quot;,&quot;profileVersionId&quot;:&quot;03875661-94bf-4142-bb05-5a01c8b031b0&quot;},&quot;storages&quot;:[],&quot;generator&quot;:&quot;LiveDoc&quot;,&quot;instanceId&quot;:&quot;a7e174a1-c3f7-4de5-9833-7689e48ebe36&quot;,&quot;generationId&quot;:&quot;598061a8-5687-43e4-b5aa-1869087004d2&quot;,&quot;regionalFormat&quot;:{&quot;name&quot;:&quot;en-US&quot;,&quot;displayName&quot;:&quot;English (United States)&quot;},&quot;instanceStageId&quot;:&quot;cef11fef-6599-4f84-a00f-b1be7843529e&quot;,&quot;instanceStageType&quot;:2}"/>
</p:tagLst>
</file>

<file path=customXML/_rels/item.xml.rels>&#65279;<?xml version="1.0" encoding="utf-8"?><Relationships xmlns="http://schemas.openxmlformats.org/package/2006/relationships"><Relationship Type="http://schemas.openxmlformats.org/officeDocument/2006/relationships/customXmlProps" Target="/customXML/itemProps1.xml" Id="Re8f1c811f77445f4" /></Relationships>
</file>

<file path=customXML/_rels/item2.xml.rels>&#65279;<?xml version="1.0" encoding="utf-8"?><Relationships xmlns="http://schemas.openxmlformats.org/package/2006/relationships"><Relationship Type="http://schemas.openxmlformats.org/officeDocument/2006/relationships/customXmlProps" Target="/customXML/itemProps2.xml" Id="Ree834696a7854705" /></Relationships>
</file>

<file path=customXML/item.xml><?xml version="1.0" encoding="utf-8"?>
<PDFMerge>
  <MergeItem FitPDFSize="true" SlideFitPattern="AlignTopLeft" pageCount="1" id="bd1821e6-bb7a-4c35-ab3e-a02ac5764746" BlobId="5619b3b2-f7e6-4f67-a754-fbf10ee71cae">
    <MergedPdfFileInfo MergedPdfFileId="5619b3b2-f7e6-4f67-a754-fbf10ee71cae" StartIndexInMergedFile="0"/>
    <ApplySlide>
      <SlideIndex pdfPage="1">2</SlideIndex>
    </ApplySlide>
  </MergeItem>
  <MergeItem FitPDFSize="true" SlideFitPattern="AlignTopLeft" pageCount="1" id="a80765b2-7982-454b-8b9d-0b3caa48f1b4" BlobId="5619b3b2-f7e6-4f67-a754-fbf10ee71cae">
    <MergedPdfFileInfo MergedPdfFileId="5619b3b2-f7e6-4f67-a754-fbf10ee71cae" StartIndexInMergedFile="1"/>
    <ApplySlide>
      <SlideIndex pdfPage="1">3</SlideIndex>
    </ApplySlide>
  </MergeItem>
  <MergeItem FitPDFSize="true" SlideFitPattern="AlignTopLeft" pageCount="1" id="406b188c-79c3-4a99-b2f1-c42c004b2403" BlobId="5619b3b2-f7e6-4f67-a754-fbf10ee71cae">
    <MergedPdfFileInfo MergedPdfFileId="5619b3b2-f7e6-4f67-a754-fbf10ee71cae" StartIndexInMergedFile="2"/>
    <ApplySlide>
      <SlideIndex pdfPage="1">4</SlideIndex>
    </ApplySlide>
  </MergeItem>
  <MergeItem FitPDFSize="true" SlideFitPattern="AlignTopLeft" pageCount="1" id="7eb3f145-5bff-419f-bccc-7de26c948bfe" BlobId="5619b3b2-f7e6-4f67-a754-fbf10ee71cae">
    <MergedPdfFileInfo MergedPdfFileId="5619b3b2-f7e6-4f67-a754-fbf10ee71cae" StartIndexInMergedFile="3"/>
    <ApplySlide>
      <SlideIndex pdfPage="1">5</SlideIndex>
    </ApplySlide>
  </MergeItem>
  <MergeItem FitPDFSize="true" SlideFitPattern="AlignTopLeft" pageCount="1" id="acb34a8d-a585-4145-8ec6-64ee9984098f" BlobId="5619b3b2-f7e6-4f67-a754-fbf10ee71cae">
    <MergedPdfFileInfo MergedPdfFileId="5619b3b2-f7e6-4f67-a754-fbf10ee71cae" StartIndexInMergedFile="4"/>
    <ApplySlide>
      <SlideIndex pdfPage="1">6</SlideIndex>
    </ApplySlide>
  </MergeItem>
  <MergeItem FitPDFSize="true" SlideFitPattern="AlignTopLeft" pageCount="1" id="07396f92-f2b8-40d3-aaa0-2fa34963154c" BlobId="5619b3b2-f7e6-4f67-a754-fbf10ee71cae">
    <MergedPdfFileInfo MergedPdfFileId="5619b3b2-f7e6-4f67-a754-fbf10ee71cae" StartIndexInMergedFile="5"/>
    <ApplySlide>
      <SlideIndex pdfPage="1">7</SlideIndex>
    </ApplySlide>
  </MergeItem>
  <MergeItem FitPDFSize="true" SlideFitPattern="AlignTopLeft" pageCount="1" id="2b367fe9-18c6-42d9-b3f1-665ff5bae74a" BlobId="5619b3b2-f7e6-4f67-a754-fbf10ee71cae">
    <MergedPdfFileInfo MergedPdfFileId="5619b3b2-f7e6-4f67-a754-fbf10ee71cae" StartIndexInMergedFile="6"/>
    <ApplySlide>
      <SlideIndex pdfPage="1">8</SlideIndex>
    </ApplySlide>
  </MergeItem>
  <MergeItem FitPDFSize="true" SlideFitPattern="AlignTopLeft" pageCount="1" id="6a37f9f4-daf4-4f47-9e6f-4f0227164db7" BlobId="5619b3b2-f7e6-4f67-a754-fbf10ee71cae">
    <MergedPdfFileInfo MergedPdfFileId="5619b3b2-f7e6-4f67-a754-fbf10ee71cae" StartIndexInMergedFile="7"/>
    <ApplySlide>
      <SlideIndex pdfPage="1">9</SlideIndex>
    </ApplySlide>
  </MergeItem>
  <MergeItem FitPDFSize="true" SlideFitPattern="AlignTopLeft" pageCount="1" id="1c6c55d4-ed48-4aeb-8112-894fae8893e6" BlobId="5619b3b2-f7e6-4f67-a754-fbf10ee71cae">
    <MergedPdfFileInfo MergedPdfFileId="5619b3b2-f7e6-4f67-a754-fbf10ee71cae" StartIndexInMergedFile="8"/>
    <ApplySlide>
      <SlideIndex pdfPage="1">10</SlideIndex>
    </ApplySlide>
  </MergeItem>
  <MergeItem FitPDFSize="true" SlideFitPattern="AlignTopLeft" pageCount="1" id="7c67bf1b-e5bb-48a9-86d0-aab497f0649f" BlobId="5619b3b2-f7e6-4f67-a754-fbf10ee71cae">
    <MergedPdfFileInfo MergedPdfFileId="5619b3b2-f7e6-4f67-a754-fbf10ee71cae" StartIndexInMergedFile="9"/>
    <ApplySlide>
      <SlideIndex pdfPage="1">11</SlideIndex>
    </ApplySlide>
  </MergeItem>
</PDFMerge>
</file>

<file path=customXML/item2.xml><?xml version="1.0" encoding="utf-8"?>
<WorkspaceMergeInfo>
  <PDFMerge>
    <MergeItem FitPDFSize="true" SlideFitPattern="AlignTopLeft" pageCount="1" id="bd1821e6-bb7a-4c35-ab3e-a02ac5764746" BlobId="5619b3b2-f7e6-4f67-a754-fbf10ee71cae">
      <MergedPdfFileInfo MergedPdfFileId="5619b3b2-f7e6-4f67-a754-fbf10ee71cae" StartIndexInMergedFile="0"/>
      <ApplySlide>
        <slideLocalId pdfPage="1">261</slideLocalId>
      </ApplySlide>
    </MergeItem>
    <MergeItem FitPDFSize="true" SlideFitPattern="AlignTopLeft" pageCount="1" id="a80765b2-7982-454b-8b9d-0b3caa48f1b4" BlobId="5619b3b2-f7e6-4f67-a754-fbf10ee71cae">
      <MergedPdfFileInfo MergedPdfFileId="5619b3b2-f7e6-4f67-a754-fbf10ee71cae" StartIndexInMergedFile="1"/>
      <ApplySlide>
        <slideLocalId pdfPage="1">262</slideLocalId>
      </ApplySlide>
    </MergeItem>
    <MergeItem FitPDFSize="true" SlideFitPattern="AlignTopLeft" pageCount="1" id="406b188c-79c3-4a99-b2f1-c42c004b2403" BlobId="5619b3b2-f7e6-4f67-a754-fbf10ee71cae">
      <MergedPdfFileInfo MergedPdfFileId="5619b3b2-f7e6-4f67-a754-fbf10ee71cae" StartIndexInMergedFile="2"/>
      <ApplySlide>
        <slideLocalId pdfPage="1">263</slideLocalId>
      </ApplySlide>
    </MergeItem>
    <MergeItem FitPDFSize="true" SlideFitPattern="AlignTopLeft" pageCount="1" id="7eb3f145-5bff-419f-bccc-7de26c948bfe" BlobId="5619b3b2-f7e6-4f67-a754-fbf10ee71cae">
      <MergedPdfFileInfo MergedPdfFileId="5619b3b2-f7e6-4f67-a754-fbf10ee71cae" StartIndexInMergedFile="3"/>
      <ApplySlide>
        <slideLocalId pdfPage="1">264</slideLocalId>
      </ApplySlide>
    </MergeItem>
    <MergeItem FitPDFSize="true" SlideFitPattern="AlignTopLeft" pageCount="1" id="acb34a8d-a585-4145-8ec6-64ee9984098f" BlobId="5619b3b2-f7e6-4f67-a754-fbf10ee71cae">
      <MergedPdfFileInfo MergedPdfFileId="5619b3b2-f7e6-4f67-a754-fbf10ee71cae" StartIndexInMergedFile="4"/>
      <ApplySlide>
        <slideLocalId pdfPage="1">265</slideLocalId>
      </ApplySlide>
    </MergeItem>
    <MergeItem FitPDFSize="true" SlideFitPattern="AlignTopLeft" pageCount="1" id="07396f92-f2b8-40d3-aaa0-2fa34963154c" BlobId="5619b3b2-f7e6-4f67-a754-fbf10ee71cae">
      <MergedPdfFileInfo MergedPdfFileId="5619b3b2-f7e6-4f67-a754-fbf10ee71cae" StartIndexInMergedFile="5"/>
      <ApplySlide>
        <slideLocalId pdfPage="1">266</slideLocalId>
      </ApplySlide>
    </MergeItem>
    <MergeItem FitPDFSize="true" SlideFitPattern="AlignTopLeft" pageCount="1" id="2b367fe9-18c6-42d9-b3f1-665ff5bae74a" BlobId="5619b3b2-f7e6-4f67-a754-fbf10ee71cae">
      <MergedPdfFileInfo MergedPdfFileId="5619b3b2-f7e6-4f67-a754-fbf10ee71cae" StartIndexInMergedFile="6"/>
      <ApplySlide>
        <slideLocalId pdfPage="1">267</slideLocalId>
      </ApplySlide>
    </MergeItem>
    <MergeItem FitPDFSize="true" SlideFitPattern="AlignTopLeft" pageCount="1" id="6a37f9f4-daf4-4f47-9e6f-4f0227164db7" BlobId="5619b3b2-f7e6-4f67-a754-fbf10ee71cae">
      <MergedPdfFileInfo MergedPdfFileId="5619b3b2-f7e6-4f67-a754-fbf10ee71cae" StartIndexInMergedFile="7"/>
      <ApplySlide>
        <slideLocalId pdfPage="1">268</slideLocalId>
      </ApplySlide>
    </MergeItem>
    <MergeItem FitPDFSize="true" SlideFitPattern="AlignTopLeft" pageCount="1" id="1c6c55d4-ed48-4aeb-8112-894fae8893e6" BlobId="5619b3b2-f7e6-4f67-a754-fbf10ee71cae">
      <MergedPdfFileInfo MergedPdfFileId="5619b3b2-f7e6-4f67-a754-fbf10ee71cae" StartIndexInMergedFile="8"/>
      <ApplySlide>
        <slideLocalId pdfPage="1">269</slideLocalId>
      </ApplySlide>
    </MergeItem>
    <MergeItem FitPDFSize="true" SlideFitPattern="AlignTopLeft" pageCount="1" id="7c67bf1b-e5bb-48a9-86d0-aab497f0649f" BlobId="5619b3b2-f7e6-4f67-a754-fbf10ee71cae">
      <MergedPdfFileInfo MergedPdfFileId="5619b3b2-f7e6-4f67-a754-fbf10ee71cae" StartIndexInMergedFile="9"/>
      <ApplySlide>
        <slideLocalId pdfPage="1">270</slideLocalId>
      </ApplySlide>
    </MergeItem>
  </PDFMerge>
</WorkspaceMergeInfo>
</file>

<file path=customXML/itemProps1.xml><?xml version="1.0" encoding="utf-8"?>
<ds:datastoreItem xmlns:ds="http://schemas.openxmlformats.org/officeDocument/2006/customXml" ds:itemID="{EB2C2AE7-4770-4690-B93E-C96B91FAE992}">
  <ds:schemaRefs/>
</ds:datastoreItem>
</file>

<file path=customXML/itemProps2.xml><?xml version="1.0" encoding="utf-8"?>
<ds:datastoreItem xmlns:ds="http://schemas.openxmlformats.org/officeDocument/2006/customXml" ds:itemID="{8A76EE4B-862C-4E78-8EBC-81B99EEBE27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Office PowerPoint</Application>
  <PresentationFormat>Widescreen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1</vt:lpstr>
      <vt:lpstr>PowerPoint Presentation</vt:lpstr>
      <vt:lpstr>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Andy Han</dc:creator>
  <cp:lastModifiedBy>Andy Han</cp:lastModifiedBy>
  <cp:revision>2</cp:revision>
  <dcterms:created xsi:type="dcterms:W3CDTF">2025-08-14T07:38:59Z</dcterms:created>
  <dcterms:modified xsi:type="dcterms:W3CDTF">2025-09-10T06:59:43Z</dcterms:modified>
</cp:coreProperties>
</file>