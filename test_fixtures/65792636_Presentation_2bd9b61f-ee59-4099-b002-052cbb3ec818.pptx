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33.xml" ContentType="application/vnd.openxmlformats-officedocument.customXmlProperties+xml"/>
  <Override PartName="/customXml/itemProps7.xml" ContentType="application/vnd.openxmlformats-officedocument.customXmlProperties+xml"/>
  <Override PartName="/customXml/itemProps8.xml" ContentType="application/vnd.openxmlformats-officedocument.customXmlProperties+xml"/>
  <Override PartName="/customXml/itemProps9.xml" ContentType="application/vnd.openxmlformats-officedocument.customXmlProperties+xml"/>
  <Override PartName="/customXml/itemProps10.xml" ContentType="application/vnd.openxmlformats-officedocument.customXmlProperties+xml"/>
  <Override PartName="/customXml/itemProps11.xml" ContentType="application/vnd.openxmlformats-officedocument.customXmlProperties+xml"/>
  <Override PartName="/customXml/itemProps12.xml" ContentType="application/vnd.openxmlformats-officedocument.customXmlProperties+xml"/>
  <Override PartName="/customXml/itemProps13.xml" ContentType="application/vnd.openxmlformats-officedocument.customXmlProperties+xml"/>
  <Override PartName="/customXml/itemProps14.xml" ContentType="application/vnd.openxmlformats-officedocument.customXmlProperties+xml"/>
  <Override PartName="/customXml/itemProps15.xml" ContentType="application/vnd.openxmlformats-officedocument.customXmlProperties+xml"/>
  <Override PartName="/customXml/itemProps16.xml" ContentType="application/vnd.openxmlformats-officedocument.customXmlProperties+xml"/>
  <Override PartName="/customXml/itemProps17.xml" ContentType="application/vnd.openxmlformats-officedocument.customXmlProperties+xml"/>
  <Override PartName="/customXml/itemProps18.xml" ContentType="application/vnd.openxmlformats-officedocument.customXmlProperties+xml"/>
  <Override PartName="/customXml/itemProps19.xml" ContentType="application/vnd.openxmlformats-officedocument.customXmlProperties+xml"/>
  <Override PartName="/customXml/itemProps20.xml" ContentType="application/vnd.openxmlformats-officedocument.customXmlProperties+xml"/>
  <Override PartName="/customXml/itemProps21.xml" ContentType="application/vnd.openxmlformats-officedocument.customXmlProperties+xml"/>
  <Override PartName="/customXml/itemProps22.xml" ContentType="application/vnd.openxmlformats-officedocument.customXmlProperties+xml"/>
  <Override PartName="/customXml/itemProps23.xml" ContentType="application/vnd.openxmlformats-officedocument.customXmlProperties+xml"/>
  <Override PartName="/customXml/itemProps24.xml" ContentType="application/vnd.openxmlformats-officedocument.customXmlProperties+xml"/>
  <Override PartName="/customXml/itemProps25.xml" ContentType="application/vnd.openxmlformats-officedocument.customXmlProperties+xml"/>
  <Override PartName="/customXml/itemProps26.xml" ContentType="application/vnd.openxmlformats-officedocument.customXmlProperties+xml"/>
  <Override PartName="/customXml/itemProps27.xml" ContentType="application/vnd.openxmlformats-officedocument.customXmlProperties+xml"/>
  <Override PartName="/customXml/itemProps28.xml" ContentType="application/vnd.openxmlformats-officedocument.customXmlProperties+xml"/>
  <Override PartName="/customXml/itemProps29.xml" ContentType="application/vnd.openxmlformats-officedocument.customXmlProperties+xml"/>
  <Override PartName="/customXml/itemProps30.xml" ContentType="application/vnd.openxmlformats-officedocument.customXmlProperties+xml"/>
  <Override PartName="/customXml/itemProps31.xml" ContentType="application/vnd.openxmlformats-officedocument.customXmlProperties+xml"/>
  <Override PartName="/customXml/itemProps3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0" r:id="rId33"/>
  </p:sldMasterIdLst>
  <p:notesMasterIdLst>
    <p:notesMasterId r:id="rId38"/>
  </p:notesMasterIdLst>
  <p:sldIdLst>
    <p:sldId id="256" r:id="rId34"/>
    <p:sldId id="257" r:id="rId35"/>
    <p:sldId id="258" r:id="rId36"/>
    <p:sldId id="259" r:id="rId37"/>
  </p:sldIdLst>
  <p:sldSz cx="12192000" cy="6858000"/>
  <p:notesSz cx="6858000" cy="9144000"/>
  <p:custDataLst>
    <p:custData r:id="R9315d3cd50134d48"/>
    <p:custData r:id="rId22"/>
    <p:custData r:id="rId12"/>
    <p:custData r:id="rId20"/>
    <p:custData r:id="rId19"/>
    <p:custData r:id="rId21"/>
    <p:custData r:id="rId23"/>
    <p:custData r:id="rId17"/>
    <p:custData r:id="rId18"/>
    <p:custData r:id="rId15"/>
    <p:custData r:id="rId13"/>
    <p:custData r:id="rId16"/>
    <p:custData r:id="rId25"/>
    <p:custData r:id="rId3"/>
    <p:custData r:id="rId26"/>
    <p:custData r:id="rId14"/>
    <p:custData r:id="rId24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6" autoAdjust="0"/>
    <p:restoredTop sz="94660"/>
  </p:normalViewPr>
  <p:slideViewPr>
    <p:cSldViewPr snapToGrid="0">
      <p:cViewPr varScale="1">
        <p:scale>
          <a:sx n="93" d="100"/>
          <a:sy n="93" d="100"/>
        </p:scale>
        <p:origin x="102" y="4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customXml" Target="../customXml/item13.xml" Id="rId13" /><Relationship Type="http://schemas.openxmlformats.org/officeDocument/2006/relationships/customXml" Target="../customXml/item18.xml" Id="rId18" /><Relationship Type="http://schemas.openxmlformats.org/officeDocument/2006/relationships/customXml" Target="../customXml/item26.xml" Id="rId26" /><Relationship Type="http://schemas.openxmlformats.org/officeDocument/2006/relationships/presProps" Target="presProps.xml" Id="rId39" /><Relationship Type="http://schemas.openxmlformats.org/officeDocument/2006/relationships/customXml" Target="../customXml/item21.xml" Id="rId21" /><Relationship Type="http://schemas.openxmlformats.org/officeDocument/2006/relationships/slide" Target="slides/slide1.xml" Id="rId34" /><Relationship Type="http://schemas.openxmlformats.org/officeDocument/2006/relationships/tableStyles" Target="tableStyles.xml" Id="rId42" /><Relationship Type="http://schemas.openxmlformats.org/officeDocument/2006/relationships/customXml" Target="../customXml/item7.xml" Id="rId7" /><Relationship Type="http://schemas.openxmlformats.org/officeDocument/2006/relationships/customXml" Target="../customXml/item2.xml" Id="rId2" /><Relationship Type="http://schemas.openxmlformats.org/officeDocument/2006/relationships/customXml" Target="../customXml/item16.xml" Id="rId16" /><Relationship Type="http://schemas.openxmlformats.org/officeDocument/2006/relationships/customXml" Target="../customXml/item20.xml" Id="rId20" /><Relationship Type="http://schemas.openxmlformats.org/officeDocument/2006/relationships/customXml" Target="../customXml/item29.xml" Id="rId29" /><Relationship Type="http://schemas.openxmlformats.org/officeDocument/2006/relationships/theme" Target="theme/theme1.xml" Id="rId41" /><Relationship Type="http://schemas.openxmlformats.org/officeDocument/2006/relationships/customXml" Target="../customXml/item1.xml" Id="rId1" /><Relationship Type="http://schemas.openxmlformats.org/officeDocument/2006/relationships/customXml" Target="../customXml/item11.xml" Id="rId11" /><Relationship Type="http://schemas.openxmlformats.org/officeDocument/2006/relationships/customXml" Target="../customXml/item24.xml" Id="rId24" /><Relationship Type="http://schemas.openxmlformats.org/officeDocument/2006/relationships/customXml" Target="../customXml/item32.xml" Id="rId32" /><Relationship Type="http://schemas.openxmlformats.org/officeDocument/2006/relationships/slide" Target="slides/slide4.xml" Id="rId37" /><Relationship Type="http://schemas.openxmlformats.org/officeDocument/2006/relationships/viewProps" Target="viewProps.xml" Id="rId40" /><Relationship Type="http://schemas.openxmlformats.org/officeDocument/2006/relationships/customXml" Target="../customXml/item5.xml" Id="rId5" /><Relationship Type="http://schemas.openxmlformats.org/officeDocument/2006/relationships/customXml" Target="../customXml/item15.xml" Id="rId15" /><Relationship Type="http://schemas.openxmlformats.org/officeDocument/2006/relationships/customXml" Target="../customXml/item23.xml" Id="rId23" /><Relationship Type="http://schemas.openxmlformats.org/officeDocument/2006/relationships/customXml" Target="../customXml/item28.xml" Id="rId28" /><Relationship Type="http://schemas.openxmlformats.org/officeDocument/2006/relationships/slide" Target="slides/slide3.xml" Id="rId36" /><Relationship Type="http://schemas.openxmlformats.org/officeDocument/2006/relationships/customXml" Target="../customXml/item10.xml" Id="rId10" /><Relationship Type="http://schemas.openxmlformats.org/officeDocument/2006/relationships/customXml" Target="../customXml/item19.xml" Id="rId19" /><Relationship Type="http://schemas.openxmlformats.org/officeDocument/2006/relationships/customXml" Target="../customXml/item31.xml" Id="rId31" /><Relationship Type="http://schemas.openxmlformats.org/officeDocument/2006/relationships/customXml" Target="../customXml/item4.xml" Id="rId4" /><Relationship Type="http://schemas.openxmlformats.org/officeDocument/2006/relationships/customXml" Target="../customXml/item9.xml" Id="rId9" /><Relationship Type="http://schemas.openxmlformats.org/officeDocument/2006/relationships/customXml" Target="../customXml/item14.xml" Id="rId14" /><Relationship Type="http://schemas.openxmlformats.org/officeDocument/2006/relationships/customXml" Target="../customXml/item22.xml" Id="rId22" /><Relationship Type="http://schemas.openxmlformats.org/officeDocument/2006/relationships/customXml" Target="../customXml/item27.xml" Id="rId27" /><Relationship Type="http://schemas.openxmlformats.org/officeDocument/2006/relationships/customXml" Target="../customXml/item30.xml" Id="rId30" /><Relationship Type="http://schemas.openxmlformats.org/officeDocument/2006/relationships/slide" Target="slides/slide2.xml" Id="rId35" /><Relationship Type="http://schemas.openxmlformats.org/officeDocument/2006/relationships/customXml" Target="../customXml/item8.xml" Id="rId8" /><Relationship Type="http://schemas.openxmlformats.org/officeDocument/2006/relationships/customXml" Target="../customXml/item3.xml" Id="rId3" /><Relationship Type="http://schemas.openxmlformats.org/officeDocument/2006/relationships/customXml" Target="../customXml/item12.xml" Id="rId12" /><Relationship Type="http://schemas.openxmlformats.org/officeDocument/2006/relationships/customXml" Target="../customXml/item17.xml" Id="rId17" /><Relationship Type="http://schemas.openxmlformats.org/officeDocument/2006/relationships/customXml" Target="../customXml/item25.xml" Id="rId25" /><Relationship Type="http://schemas.openxmlformats.org/officeDocument/2006/relationships/slideMaster" Target="slideMasters/slideMaster1.xml" Id="rId33" /><Relationship Type="http://schemas.openxmlformats.org/officeDocument/2006/relationships/notesMaster" Target="notesMasters/notesMaster1.xml" Id="rId38" /><Relationship Type="http://schemas.openxmlformats.org/officeDocument/2006/relationships/customXml" Target="/customXML/item33.xml" Id="R9315d3cd50134d48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22DFE6-B06F-4009-9D94-4C2940D323F3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06C87B-E4D9-485F-B299-4DB9FCDC00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80845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06C87B-E4D9-485F-B299-4DB9FCDC008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92402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06C87B-E4D9-485F-B299-4DB9FCDC008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0639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06C87B-E4D9-485F-B299-4DB9FCDC008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57367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06C87B-E4D9-485F-B299-4DB9FCDC008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38027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customXml" Target="../../customXml/item28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customXml" Target="../../customXml/item29.xml"/><Relationship Id="rId1" Type="http://schemas.openxmlformats.org/officeDocument/2006/relationships/customXml" Target="../../customXml/item30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customXml" Target="../../customXml/item3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9/24/2025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14998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9/24/2025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Snip Same Side Corner Rectangle 6">
            <a:extLst>
              <a:ext uri="{FF2B5EF4-FFF2-40B4-BE49-F238E27FC236}">
                <a16:creationId xmlns:a16="http://schemas.microsoft.com/office/drawing/2014/main" id="{0CAC47E8-4A6B-F196-8A69-4665EAF9C934}"/>
              </a:ext>
            </a:extLst>
          </p:cNvPr>
          <p:cNvSpPr/>
          <p:nvPr userDrawn="1">
            <p:custDataLst>
              <p:custData r:id="rId1"/>
            </p:custDataLst>
          </p:nvPr>
        </p:nvSpPr>
        <p:spPr>
          <a:xfrm>
            <a:off x="1103312" y="4644624"/>
            <a:ext cx="8946541" cy="897147"/>
          </a:xfrm>
          <a:prstGeom prst="snip2Same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[[DocumentTableasText]]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89483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9/24/2025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14741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9/24/2025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09900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custData r:id="rId1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9/24/2025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B5E28B4-F0C3-2612-E088-CF2F39472636}"/>
              </a:ext>
            </a:extLst>
          </p:cNvPr>
          <p:cNvSpPr/>
          <p:nvPr userDrawn="1">
            <p:custDataLst>
              <p:custData r:id="rId2"/>
            </p:custDataLst>
          </p:nvPr>
        </p:nvSpPr>
        <p:spPr>
          <a:xfrm>
            <a:off x="0" y="3590354"/>
            <a:ext cx="12192000" cy="115594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[[DocumentTableContentIdasText]]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2612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9/24/2025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58341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9/24/2025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EC02AFB-DE0B-E4E0-A694-9C197E997FD1}"/>
              </a:ext>
            </a:extLst>
          </p:cNvPr>
          <p:cNvGraphicFramePr>
            <a:graphicFrameLocks noGrp="1"/>
          </p:cNvGraphicFramePr>
          <p:nvPr userDrawn="1">
            <p:custDataLst>
              <p:custData r:id="rId1"/>
            </p:custDataLst>
            <p:extLst>
              <p:ext uri="{D42A27DB-BD31-4B8C-83A1-F6EECF244321}">
                <p14:modId xmlns:p14="http://schemas.microsoft.com/office/powerpoint/2010/main" val="2190982474"/>
              </p:ext>
            </p:extLst>
          </p:nvPr>
        </p:nvGraphicFramePr>
        <p:xfrm>
          <a:off x="762000" y="465666"/>
          <a:ext cx="8128000" cy="15595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ContentId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ContentName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ContentType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ContentVersion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[[System:DocumentSharedComponents.ContentId]]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[[System:DocumentSharedComponents.ContentName]]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[[System:DocumentSharedComponents.ContentType]]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[[</a:t>
                      </a:r>
                      <a:r>
                        <a:rPr lang="en-US" dirty="0" err="1"/>
                        <a:t>System:DocumentSharedComponents.ContentVersion</a:t>
                      </a:r>
                      <a:r>
                        <a:rPr lang="en-US" dirty="0"/>
                        <a:t>]]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893235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9/24/2025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92517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9/24/2025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72316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9/24/2025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4689649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9/24/2025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4398525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9/24/2025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1194214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9/24/2025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730704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9/24/2025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0736952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9/24/2025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2840289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4509A250-FF31-4206-8172-F9D3106AACB1}" type="datetimeFigureOut">
              <a:rPr lang="en-US" smtClean="0"/>
              <a:t>9/24/2025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67245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4509A250-FF31-4206-8172-F9D3106AACB1}" type="datetimeFigureOut">
              <a:rPr lang="en-US" smtClean="0"/>
              <a:t>9/24/2025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99603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1.jpe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customXml" Target="../../customXml/item1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customXml" Target="../../customXml/item27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>
            <p:custDataLst>
              <p:custData r:id="rId19"/>
            </p:custData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1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9/24/2025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138280B-DE27-11B1-F207-47EDAC5264F4}"/>
              </a:ext>
            </a:extLst>
          </p:cNvPr>
          <p:cNvSpPr/>
          <p:nvPr userDrawn="1">
            <p:custDataLst>
              <p:custData r:id="rId20"/>
            </p:custDataLst>
          </p:nvPr>
        </p:nvSpPr>
        <p:spPr>
          <a:xfrm>
            <a:off x="155275" y="5943600"/>
            <a:ext cx="11731924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[[CurrentTableasText]]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7004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  <p:sldLayoutId id="2147483712" r:id="rId12"/>
    <p:sldLayoutId id="2147483713" r:id="rId13"/>
    <p:sldLayoutId id="2147483714" r:id="rId14"/>
    <p:sldLayoutId id="2147483715" r:id="rId15"/>
    <p:sldLayoutId id="2147483716" r:id="rId16"/>
    <p:sldLayoutId id="2147483717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customXml" Target="../../customXml/item10.xml" Id="rId3" /><Relationship Type="http://schemas.openxmlformats.org/officeDocument/2006/relationships/customXml" Target="../../customXml/item2.xml" Id="rId2" /><Relationship Type="http://schemas.openxmlformats.org/officeDocument/2006/relationships/customXml" Target="../../customXml/item8.xml" Id="rId1" /><Relationship Type="http://schemas.openxmlformats.org/officeDocument/2006/relationships/notesSlide" Target="../notesSlides/notesSlide1.xml" Id="rId5" /><Relationship Type="http://schemas.openxmlformats.org/officeDocument/2006/relationships/slideLayout" Target="../slideLayouts/slideLayout1.xml" Id="rId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../slideLayouts/slideLayout2.xml" Id="rId3" /><Relationship Type="http://schemas.openxmlformats.org/officeDocument/2006/relationships/customXml" Target="../../customXml/item5.xml" Id="rId2" /><Relationship Type="http://schemas.openxmlformats.org/officeDocument/2006/relationships/customXml" Target="../../customXml/item9.xml" Id="rId1" /><Relationship Type="http://schemas.openxmlformats.org/officeDocument/2006/relationships/notesSlide" Target="../notesSlides/notesSlide2.xml" Id="rId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../slideLayouts/slideLayout5.xml" Id="rId3" /><Relationship Type="http://schemas.openxmlformats.org/officeDocument/2006/relationships/customXml" Target="../../customXml/item7.xml" Id="rId2" /><Relationship Type="http://schemas.openxmlformats.org/officeDocument/2006/relationships/customXml" Target="../../customXml/item4.xml" Id="rId1" /><Relationship Type="http://schemas.openxmlformats.org/officeDocument/2006/relationships/notesSlide" Target="../notesSlides/notesSlide3.xml" Id="rId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../slideLayouts/slideLayout7.xml" Id="rId3" /><Relationship Type="http://schemas.openxmlformats.org/officeDocument/2006/relationships/customXml" Target="../../customXml/item32.xml" Id="rId2" /><Relationship Type="http://schemas.openxmlformats.org/officeDocument/2006/relationships/customXml" Target="../../customXml/item1.xml" Id="rId1" /><Relationship Type="http://schemas.openxmlformats.org/officeDocument/2006/relationships/notesSlide" Target="../notesSlides/notesSlide4.xml" Id="rId4" /></Relationships>
</file>

<file path=ppt/slides/slide1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custData r:id="rId3"/>
            </p:custDataLst>
          </p:nvPr>
        </p:nvSpPr>
        <p:spPr/>
        <p:txBody>
          <a:bodyPr/>
          <a:lstStyle/>
          <a:p>
            <a:r>
              <a:rPr lang="en-US" dirty="0"/>
              <a:t>Ticket 3900 - Retest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257818165"/>
      </p:ext>
    </p:extLst>
  </p:cSld>
  <p:clrMapOvr>
    <a:masterClrMapping/>
  </p:clrMapOvr>
</p:sld>
</file>

<file path=ppt/slides/slide2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586246318"/>
      </p:ext>
    </p:extLst>
  </p:cSld>
  <p:clrMapOvr>
    <a:masterClrMapping/>
  </p:clrMapOvr>
</p:sld>
</file>

<file path=ppt/slides/slide3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Single slide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en-US"/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3417189045"/>
      </p:ext>
    </p:extLst>
  </p:cSld>
  <p:clrMapOvr>
    <a:masterClrMapping/>
  </p:clrMapOvr>
</p:sld>
</file>

<file path=ppt/slides/slide4.xml><?xml version="1.0" encoding="utf-8"?>
<p:sld xmlns:p14="http://schemas.microsoft.com/office/powerpoint/2010/main" xmlns:a16="http://schemas.microsoft.com/office/drawing/2014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4364038"/>
            <a:ext cx="9404350" cy="1400175"/>
          </a:xfrm>
        </p:spPr>
        <p:txBody>
          <a:bodyPr/>
          <a:lstStyle/>
          <a:p>
            <a:r>
              <a:rPr lang="en-US" dirty="0"/>
              <a:t>Unshared slide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custDataLst>
              <p:custData r:id="rId2"/>
            </p:custDataLst>
            <p:extLst>
              <p:ext uri="{D42A27DB-BD31-4B8C-83A1-F6EECF244321}">
                <p14:modId xmlns:p14="http://schemas.microsoft.com/office/powerpoint/2010/main" val="3837125210"/>
              </p:ext>
            </p:extLst>
          </p:nvPr>
        </p:nvGraphicFramePr>
        <p:xfrm>
          <a:off x="807049" y="426368"/>
          <a:ext cx="8128000" cy="1559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ContentId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ContentName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ContentType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ContentVersion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[[System:DocumentSharedComponents.ContentId]]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[[System:DocumentSharedComponents.ContentName]]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[[System:DocumentSharedComponents.ContentType]]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[[</a:t>
                      </a:r>
                      <a:r>
                        <a:rPr lang="en-US" dirty="0" err="1"/>
                        <a:t>System:DocumentSharedComponents.ContentVersion</a:t>
                      </a:r>
                      <a:r>
                        <a:rPr lang="en-US" dirty="0"/>
                        <a:t>]]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custDataLst>
      <p:custData r:id="rId1"/>
    </p:custDataLst>
    <p:extLst>
      <p:ext uri="{BB962C8B-B14F-4D97-AF65-F5344CB8AC3E}">
        <p14:creationId xmlns:p14="http://schemas.microsoft.com/office/powerpoint/2010/main" val="413233011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33.xml.rels>&#65279;<?xml version="1.0" encoding="utf-8"?><Relationships xmlns="http://schemas.openxmlformats.org/package/2006/relationships"><Relationship Type="http://schemas.openxmlformats.org/officeDocument/2006/relationships/customXmlProps" Target="/customXML/itemProps33.xml" Id="R33750ab8b4f5478a" /></Relationships>
</file>

<file path=customXML/item33.xml><?xml version="1.0" encoding="utf-8"?>
<TemplateEditing>
  <RootElementId>41ee282b-d03a-4a93-b17b-fda153313041</RootElementId>
  <TenantOrigin>qa01eastasia01</TenantOrigin>
</TemplateEditing>
</file>

<file path=customXML/itemProps33.xml><?xml version="1.0" encoding="utf-8"?>
<ds:datastoreItem xmlns:ds="http://schemas.openxmlformats.org/officeDocument/2006/customXml" ds:itemID="{50F8CD0B-F75E-489F-9D3E-F740579E2581}">
  <ds:schemaRefs/>
</ds:datastoreItem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.xml"/></Relationships>
</file>

<file path=customXml/_rels/item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.xml"/></Relationships>
</file>

<file path=customXml/_rels/item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.xml"/></Relationships>
</file>

<file path=customXml/_rels/item1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0.xml"/></Relationships>
</file>

<file path=customXml/_rels/item1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1.xml"/></Relationships>
</file>

<file path=customXml/_rels/item1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2.xml"/></Relationships>
</file>

<file path=customXml/_rels/item1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3.xml"/></Relationships>
</file>

<file path=customXml/_rels/item1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4.xml"/></Relationships>
</file>

<file path=customXml/_rels/item1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5.xml"/></Relationships>
</file>

<file path=customXml/_rels/item1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6.xml"/></Relationships>
</file>

<file path=customXml/_rels/item1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7.xml"/></Relationships>
</file>

<file path=customXml/_rels/item1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8.xml"/></Relationships>
</file>

<file path=customXml/_rels/item1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9.xml"/></Relationships>
</file>

<file path=customXml/_rels/item2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0.xml"/></Relationships>
</file>

<file path=customXml/_rels/item2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1.xml"/></Relationships>
</file>

<file path=customXml/_rels/item2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2.xml"/></Relationships>
</file>

<file path=customXml/_rels/item2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3.xml"/></Relationships>
</file>

<file path=customXml/_rels/item2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4.xml"/></Relationships>
</file>

<file path=customXml/_rels/item2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5.xml"/></Relationships>
</file>

<file path=customXml/_rels/item2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6.xml"/></Relationships>
</file>

<file path=customXml/_rels/item2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7.xml"/></Relationships>
</file>

<file path=customXml/_rels/item2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8.xml"/></Relationships>
</file>

<file path=customXml/_rels/item2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9.xml"/></Relationships>
</file>

<file path=customXml/_rels/item3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0.xml"/></Relationships>
</file>

<file path=customXml/_rels/item3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1.xml"/></Relationships>
</file>

<file path=customXml/_rels/item3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2.xml"/></Relationships>
</file>

<file path=customXml/item1.xml><?xml version="1.0" encoding="utf-8"?>
<ContentId CID="z-demoSlide1000000493"/>
</file>

<file path=customXml/item2.xml><?xml version="1.0" encoding="utf-8"?>
<ContentId CID="z-demoSlide1000000490"/>
</file>

<file path=customXml/item3.xml><?xml version="1.0" encoding="utf-8"?>
<Presentation UniqueId="36844401-b49e-490c-bf46-1eb3e3e3ab48" MajorVersion="0" MinorVersion="8" CID="z-demoDoc1000000165"/>
</file>

<file path=customXml/item4.xml><?xml version="1.0" encoding="utf-8"?>
<Slide UniqueId="cee0598a-e78b-4ea5-891d-ccaa90eaee2f" Name="Slide3" ContentType="application/vnd.openxmlformats-officedocument.presentationml.slide+xml" MajorVersion="0" MinorVersion="1" IsDirty="True" FromObjectId="466e540b-64b9-41b2-af9f-ba1f3a1dc39b" FromMajorVersion="0" FromMinorVersion="1" KeepSourceFormatting="False" SharedSlidesContentId="z-demoShare1000000110"/>
</file>

<file path=customXml/item5.xml><?xml version="1.0" encoding="utf-8"?>
<ContentId CID="z-demoSlide1000000491"/>
</file>

<file path=customXml/item7.xml><?xml version="1.0" encoding="utf-8"?>
<ContentId CID="z-demoSlide1000000492"/>
</file>

<file path=customXml/item8.xml><?xml version="1.0" encoding="utf-8"?>
<Slide UniqueId="" Name="" ContentType="application/vnd.openxmlformats-officedocument.presentationml.slide+xml" MajorVersion="0" MinorVersion="0" IsDirty="True" FromObjectId="1f22d5a2-5a23-4595-9af5-6752321134e4" FromMajorVersion="0" FromMinorVersion="1" IsFromMultiSlides="true" MultiSlideSubId="256" MultiSlideInstanceId="d99902d8-c827-4c9e-ae0b-f5ea8a24744b" KeepSourceFormatting="False" SharedSlidesContentId="z-demoShare1000000109"/>
</file>

<file path=customXml/item9.xml><?xml version="1.0" encoding="utf-8"?>
<Slide UniqueId="" Name="" ContentType="application/vnd.openxmlformats-officedocument.presentationml.slide+xml" MajorVersion="0" MinorVersion="0" IsDirty="True" FromObjectId="1f22d5a2-5a23-4595-9af5-6752321134e4" FromMajorVersion="0" FromMinorVersion="1" IsFromMultiSlides="true" MultiSlideSubId="257" MultiSlideInstanceId="d99902d8-c827-4c9e-ae0b-f5ea8a24744b" KeepSourceFormatting="False" SharedSlidesContentId="z-demoShare1000000109"/>
</file>

<file path=customXml/item10.xml><?xml version="1.0" encoding="utf-8"?>
<TextShape UniqueId="37f657da-bbd5-4461-a66e-b5857628d20d" Name="Title 1" ContentType="" MajorVersion="0" MinorVersion="1" IsDirty="True" GraphicType="" Uri="" FromObjectId="a9ed86f6-4ee6-4ef8-956c-6ac423c629d2" FromMajorVersion="0" FromMinorVersion="1"/>
</file>

<file path=customXml/item11.xml><?xml version="1.0" encoding="utf-8"?>
<pd:PersonalizationDefinition xmlns:pd="Strauss.PersonalizationDefinition" name="">
  <pd:DataReferenceList>
    <pd:DataReference datasourceID="eca3800a-1250-4830-bd9f-2cf060fd2634" dataFieldID="3e81654b-56e0-4259-8b65-3d31a58a3be8" variableListUniqueId="ebe66fb3-c7f6-48c6-bde0-3f604d259096"/>
  </pd:DataReferenceList>
  <pd:VariableReplacementDescriptor name="" desc="" uid="">
    <pd:DataReferenceList>
      <pd:DataReference datasourceID="eca3800a-1250-4830-bd9f-2cf060fd2634" dataFieldID="3e81654b-56e0-4259-8b65-3d31a58a3be8" variableListUniqueId="ebe66fb3-c7f6-48c6-bde0-3f604d259096"/>
    </pd:DataReferenceList>
  </pd:VariableReplacementDescriptor>
</pd:PersonalizationDefinition>
</file>

<file path=customXml/item12.xml><?xml version="1.0" encoding="utf-8"?>
<VariableListDefinition name="AD_HOC" displayName="AD_HOC" id="fb34f435-22c2-499b-9fdc-f7f22e79c684" isdomainofvalue="False" dataSourceId="5fd60a44-611e-42af-819b-296ba6b4b63f"/>
</file>

<file path=customXml/item13.xml><?xml version="1.0" encoding="utf-8"?>
<VariableList UniqueId="fb34f435-22c2-499b-9fdc-f7f22e79c684" Name="AD_HOC" ContentType="XML" MajorVersion="0" MinorVersion="1" isLocalCopy="False" IsBaseObject="False" DataSourceId="5fd60a44-611e-42af-819b-296ba6b4b63f" DataSourceMajorVersion="0" DataSourceMinorVersion="1"/>
</file>

<file path=customXml/item14.xml><?xml version="1.0" encoding="utf-8"?>
<DataSourceInfo>
  <Id>5fd60a44-611e-42af-819b-296ba6b4b63f</Id>
  <MajorVersion>0</MajorVersion>
  <MinorVersion>1</MinorVersion>
  <DataSourceType>Ad_Hoc</DataSourceType>
  <Name>AD_HOC</Name>
  <Description/>
  <Filter/>
  <DataFields/>
</DataSourceInfo>
</file>

<file path=customXml/item15.xml><?xml version="1.0" encoding="utf-8"?>
<DataSourceMapping>
  <Id>efbd1462-889f-44f6-abcb-e7ac063ed12f</Id>
  <Name>AD_HOC_MAPPING</Name>
  <TargetDataSource>5fd60a44-611e-42af-819b-296ba6b4b63f</TargetDataSource>
  <SourceType>XML File</SourceType>
  <IsReadOnly>false</IsReadOnly>
  <SalesforceOrganizationId>00000000-0000-0000-0000-000000000000</SalesforceOrganizationId>
  <SalesforceOrganizationName/>
  <SalesforceApiVersion/>
  <Properties>
    <Property Name="RecordSeperator" Value="SampleData/DataRecord"/>
  </Properties>
  <RawMappings/>
  <DesignTimeProperties/>
</DataSourceMapping>
</file>

<file path=customXml/item16.xml><?xml version="1.0" encoding="utf-8"?>
<SourceDataModel Name="AD_HOC" TargetDataSourceId="5fd60a44-611e-42af-819b-296ba6b4b63f"/>
</file>

<file path=customXml/item17.xml><?xml version="1.0" encoding="utf-8"?>
<VariableListDefinition name="Computed" displayName="Computed" id="ebe66fb3-c7f6-48c6-bde0-3f604d259096" isdomainofvalue="False" dataSourceId="eca3800a-1250-4830-bd9f-2cf060fd2634">
  <Variable name="CurrentTableasText" type="STRING" dataFieldId="3e81654b-56e0-4259-8b65-3d31a58a3be8" isExpression="True">
    <ExpressionString>TableAsText([[88cf25a6-fd5d-4cf1-bf34-0d4c2cc593a1:9e2c557d-c9d2-4f98-a70b-879c97833086:8c69b037-295c-4213-b10d-8a2caa1e9f9e]], [[88cf25a6-fd5d-4cf1-bf34-0d4c2cc593a1:9e2c557d-c9d2-4f98-a70b-879c97833086:a5b2f6ff-ea89-47b2-9143-c99a34a76349]], [[88cf25a6-fd5d-4cf1-bf34-0d4c2cc593a1:9e2c557d-c9d2-4f98-a70b-879c97833086:fe5e9156-f9b2-4f80-b678-f75213f7a921]], [[88cf25a6-fd5d-4cf1-bf34-0d4c2cc593a1:9e2c557d-c9d2-4f98-a70b-879c97833086:f82b7028-837d-4f8b-ba55-02c2fef0123b]])</ExpressionString>
  </Variable>
  <Variable name="DocumentTableasText" type="STRING" dataFieldId="dd70470f-5064-4e1b-a63c-3bf64760991c" isExpression="True">
    <ExpressionString>TableAsText([[88cf25a6-fd5d-4cf1-bf34-0d4c2cc593a1:9e2c557d-c9d2-4f98-a70b-879c97833086:2fe70191-dc9c-4a64-851c-db592aa1fbd0]],"" , [[88cf25a6-fd5d-4cf1-bf34-0d4c2cc593a1:9e2c557d-c9d2-4f98-a70b-879c97833086:169ddc81-d91d-495d-9230-5fa959cb87e3]],"")</ExpressionString>
  </Variable>
  <Variable name="DocumentTableContentIdasText" type="STRING" dataFieldId="965f9144-68f5-4773-bff6-1434a69cfdb2" isExpression="True">
    <ExpressionString>TableAsText([[ebe66fb3-c7f6-48c6-bde0-3f604d259096:eca3800a-1250-4830-bd9f-2cf060fd2634:dd70470f-5064-4e1b-a63c-3bf64760991c]],"" ,[[88cf25a6-fd5d-4cf1-bf34-0d4c2cc593a1:9e2c557d-c9d2-4f98-a70b-879c97833086:169ddc81-d91d-495d-9230-5fa959cb87e3]],"")</ExpressionString>
  </Variable>
</VariableListDefinition>
</file>

<file path=customXml/item18.xml><?xml version="1.0" encoding="utf-8"?>
<VariableList UniqueId="ebe66fb3-c7f6-48c6-bde0-3f604d259096" Name="Computed" ContentType="XML" MajorVersion="0" MinorVersion="1" isLocalCopy="False" IsBaseObject="False" DataSourceId="eca3800a-1250-4830-bd9f-2cf060fd2634" DataSourceMajorVersion="0" DataSourceMinorVersion="1"/>
</file>

<file path=customXml/item19.xml><?xml version="1.0" encoding="utf-8"?>
<DataSourceInfo>
  <Id>eca3800a-1250-4830-bd9f-2cf060fd2634</Id>
  <MajorVersion>0</MajorVersion>
  <MinorVersion>1</MinorVersion>
  <DataSourceType>Expression</DataSourceType>
  <Name>Computed</Name>
  <Description/>
  <Filter/>
  <DataFields>
    <FieldInfo>
      <Id>3e81654b-56e0-4259-8b65-3d31a58a3be8</Id>
      <Name>CurrentTableasText</Name>
      <Description/>
      <ExpressionString/>
      <FieldType>System.String</FieldType>
      <Filter/>
      <DefaultValue/>
      <IsInputParameter>false</IsInputParameter>
      <IsInputMultipleValues>false</IsInputMultipleValues>
      <IncludeInRecordSelector>true</IncludeInRecordSelector>
      <IsRepeating>false</IsRepeating>
      <IsKeyField>false</IsKeyField>
      <Required>false</Required>
      <NativeSourceType>String</NativeSourceType>
      <MaxLength>0</MaxLength>
      <DynamicDomainOfValueSourceId/>
      <TrimEmptyRows>false</TrimEmptyRows>
      <CanIncludeInModel>true</CanIncludeInModel>
      <IncludeInModel>true</IncludeInModel>
      <IsPartial>false</IsPartial>
      <IsValid>true</IsValid>
      <NativeFieldMapping/>
      <OriginalName/>
      <ValidationMessage/>
    </FieldInfo>
    <FieldInfo>
      <Id>dd70470f-5064-4e1b-a63c-3bf64760991c</Id>
      <Name>DocumentTableasText</Name>
      <Description/>
      <ExpressionString/>
      <FieldType>System.String</FieldType>
      <Filter/>
      <DefaultValue/>
      <IsInputParameter>false</IsInputParameter>
      <IsInputMultipleValues>false</IsInputMultipleValues>
      <IncludeInRecordSelector>true</IncludeInRecordSelector>
      <IsRepeating>false</IsRepeating>
      <IsKeyField>false</IsKeyField>
      <Required>false</Required>
      <NativeSourceType>String</NativeSourceType>
      <MaxLength>0</MaxLength>
      <DynamicDomainOfValueSourceId/>
      <TrimEmptyRows>false</TrimEmptyRows>
      <CanIncludeInModel>true</CanIncludeInModel>
      <IncludeInModel>true</IncludeInModel>
      <IsPartial>false</IsPartial>
      <IsValid>true</IsValid>
      <NativeFieldMapping/>
      <OriginalName/>
      <ValidationMessage/>
    </FieldInfo>
    <FieldInfo>
      <Id>965f9144-68f5-4773-bff6-1434a69cfdb2</Id>
      <Name>DocumentTableContentIdasText</Name>
      <Description/>
      <ExpressionString/>
      <FieldType>System.String</FieldType>
      <Filter/>
      <DefaultValue/>
      <IsInputParameter>false</IsInputParameter>
      <IsInputMultipleValues>false</IsInputMultipleValues>
      <IncludeInRecordSelector>true</IncludeInRecordSelector>
      <IsRepeating>false</IsRepeating>
      <IsKeyField>false</IsKeyField>
      <Required>false</Required>
      <NativeSourceType>String</NativeSourceType>
      <MaxLength>0</MaxLength>
      <DynamicDomainOfValueSourceId/>
      <TrimEmptyRows>false</TrimEmptyRows>
      <CanIncludeInModel>true</CanIncludeInModel>
      <IncludeInModel>true</IncludeInModel>
      <IsPartial>false</IsPartial>
      <IsValid>true</IsValid>
      <NativeFieldMapping/>
      <OriginalName/>
      <ValidationMessage/>
    </FieldInfo>
  </DataFields>
</DataSourceInfo>
</file>

<file path=customXml/item20.xml><?xml version="1.0" encoding="utf-8"?>
<DataSourceMapping>
  <Id>3fde3cfe-d5d8-4ea3-b209-27bc21ae385d</Id>
  <Name>EXPRESSION_VARIABLE_MAPPING</Name>
  <TargetDataSource>eca3800a-1250-4830-bd9f-2cf060fd2634</TargetDataSource>
  <SourceType>XML File</SourceType>
  <IsReadOnly>false</IsReadOnly>
  <SalesforceOrganizationId>00000000-0000-0000-0000-000000000000</SalesforceOrganizationId>
  <SalesforceOrganizationName/>
  <SalesforceApiVersion/>
  <Properties/>
  <RawMappings/>
  <DesignTimeProperties/>
</DataSourceMapping>
</file>

<file path=customXml/item21.xml><?xml version="1.0" encoding="utf-8"?>
<VariableListDefinition name="System" displayName="System" id="88cf25a6-fd5d-4cf1-bf34-0d4c2cc593a1" isdomainofvalue="False" dataSourceId="9e2c557d-c9d2-4f98-a70b-879c97833086">
  <Variable name="CurrentPageSharedComponents" type="TABLE" dataFieldId="8c69b037-295c-4213-b10d-8a2caa1e9f9e" isRepeatingTable="True">
    <Variable name="ContentId" type="STRING" dataFieldId="a5b2f6ff-ea89-47b2-9143-c99a34a76349"/>
    <Variable name="ContentName" type="STRING" dataFieldId="fe5e9156-f9b2-4f80-b678-f75213f7a921"/>
    <Variable name="ContentType" type="STRING" dataFieldId="f82b7028-837d-4f8b-ba55-02c2fef0123b"/>
    <Variable name="ContentVersion" type="STRING" dataFieldId="cdd4aa35-8b80-40f3-b608-15fe090b6edd"/>
  </Variable>
  <Variable name="DocumentSharedComponents" type="TABLE" dataFieldId="2fe70191-dc9c-4a64-851c-db592aa1fbd0" isRepeatingTable="True">
    <Variable name="ContentId" type="STRING" dataFieldId="169ddc81-d91d-495d-9230-5fa959cb87e3"/>
    <Variable name="ContentName" type="STRING" dataFieldId="6bf8cb0b-598b-4bfd-914c-ea157cbb7b8c"/>
    <Variable name="ContentType" type="STRING" dataFieldId="c6801241-1123-4279-9f95-ab6793ed8e48"/>
    <Variable name="ContentVersion" type="STRING" dataFieldId="4ed07a28-6c35-499b-abd0-0fa585db499f"/>
  </Variable>
</VariableListDefinition>
</file>

<file path=customXml/item22.xml><?xml version="1.0" encoding="utf-8"?>
<VariableList UniqueId="88cf25a6-fd5d-4cf1-bf34-0d4c2cc593a1" Name="System" ContentType="XML" MajorVersion="0" MinorVersion="1" isLocalCopy="False" IsBaseObject="False" DataSourceId="9e2c557d-c9d2-4f98-a70b-879c97833086" DataSourceMajorVersion="0" DataSourceMinorVersion="1"/>
</file>

<file path=customXml/item23.xml><?xml version="1.0" encoding="utf-8"?>
<DataSourceInfo>
  <Id>9e2c557d-c9d2-4f98-a70b-879c97833086</Id>
  <MajorVersion>0</MajorVersion>
  <MinorVersion>1</MinorVersion>
  <DataSourceType>System</DataSourceType>
  <Name>System</Name>
  <Description/>
  <Filter/>
  <DataFields>
    <TableInfo>
      <Id>8c69b037-295c-4213-b10d-8a2caa1e9f9e</Id>
      <Name>CurrentPageSharedComponents</Name>
      <Description/>
      <ExpressionString/>
      <FieldType>CurrentPageSharedComponents</FieldType>
      <Filter/>
      <DefaultValue/>
      <IsInputParameter>false</IsInputParameter>
      <IsInputMultipleValues>false</IsInputMultipleValues>
      <IncludeInRecordSelector>false</IncludeInRecordSelector>
      <IsRepeating>false</IsRepeating>
      <IsKeyField>false</IsKeyField>
      <Required>false</Required>
      <NativeSourceType>String</NativeSourceType>
      <MaxLength>0</MaxLength>
      <DynamicDomainOfValueSourceId/>
      <TrimEmptyRows>false</TrimEmptyRows>
      <CanIncludeInModel>true</CanIncludeInModel>
      <IncludeInModel>true</IncludeInModel>
      <IsPartial>false</IsPartial>
      <IsValid>true</IsValid>
      <NativeFieldMapping/>
      <OriginalName>CurrentPageSharedComponents</OriginalName>
      <ValidationMessage/>
      <FieldInfo>
        <Id>a5b2f6ff-ea89-47b2-9143-c99a34a76349</Id>
        <Name>ContentId</Name>
        <Description/>
        <ExpressionString/>
        <FieldType>System.String</FieldType>
        <Filter/>
        <DefaultValue/>
        <IsInputParameter>false</IsInputParameter>
        <IsInputMultipleValues>false</IsInputMultipleValues>
        <IncludeInRecordSelector>true</IncludeInRecordSelector>
        <IsRepeating>false</IsRepeating>
        <IsKeyField>false</IsKeyField>
        <Required>false</Required>
        <NativeSourceType>String</NativeSourceType>
        <MaxLength>0</MaxLength>
        <DynamicDomainOfValueSourceId/>
        <TrimEmptyRows>false</TrimEmptyRows>
        <CanIncludeInModel>true</CanIncludeInModel>
        <IncludeInModel>true</IncludeInModel>
        <IsPartial>false</IsPartial>
        <IsValid>true</IsValid>
        <NativeFieldMapping/>
        <OriginalName>ContentId</OriginalName>
        <ValidationMessage/>
      </FieldInfo>
      <FieldInfo>
        <Id>fe5e9156-f9b2-4f80-b678-f75213f7a921</Id>
        <Name>ContentName</Name>
        <Description/>
        <ExpressionString/>
        <FieldType>System.String</FieldType>
        <Filter/>
        <DefaultValue/>
        <IsInputParameter>false</IsInputParameter>
        <IsInputMultipleValues>false</IsInputMultipleValues>
        <IncludeInRecordSelector>true</IncludeInRecordSelector>
        <IsRepeating>false</IsRepeating>
        <IsKeyField>false</IsKeyField>
        <Required>false</Required>
        <NativeSourceType>String</NativeSourceType>
        <MaxLength>0</MaxLength>
        <DynamicDomainOfValueSourceId/>
        <TrimEmptyRows>false</TrimEmptyRows>
        <CanIncludeInModel>true</CanIncludeInModel>
        <IncludeInModel>true</IncludeInModel>
        <IsPartial>false</IsPartial>
        <IsValid>true</IsValid>
        <NativeFieldMapping/>
        <OriginalName>ContentName</OriginalName>
        <ValidationMessage/>
      </FieldInfo>
      <FieldInfo>
        <Id>f82b7028-837d-4f8b-ba55-02c2fef0123b</Id>
        <Name>ContentType</Name>
        <Description/>
        <ExpressionString/>
        <FieldType>System.String</FieldType>
        <Filter/>
        <DefaultValue/>
        <IsInputParameter>false</IsInputParameter>
        <IsInputMultipleValues>false</IsInputMultipleValues>
        <IncludeInRecordSelector>true</IncludeInRecordSelector>
        <IsRepeating>false</IsRepeating>
        <IsKeyField>false</IsKeyField>
        <Required>false</Required>
        <NativeSourceType>String</NativeSourceType>
        <MaxLength>0</MaxLength>
        <DynamicDomainOfValueSourceId/>
        <TrimEmptyRows>false</TrimEmptyRows>
        <CanIncludeInModel>true</CanIncludeInModel>
        <IncludeInModel>true</IncludeInModel>
        <IsPartial>false</IsPartial>
        <IsValid>true</IsValid>
        <NativeFieldMapping/>
        <OriginalName>ContentType</OriginalName>
        <ValidationMessage/>
      </FieldInfo>
      <FieldInfo>
        <Id>cdd4aa35-8b80-40f3-b608-15fe090b6edd</Id>
        <Name>ContentVersion</Name>
        <Description/>
        <ExpressionString/>
        <FieldType>System.String</FieldType>
        <Filter/>
        <DefaultValue/>
        <IsInputParameter>false</IsInputParameter>
        <IsInputMultipleValues>false</IsInputMultipleValues>
        <IncludeInRecordSelector>true</IncludeInRecordSelector>
        <IsRepeating>false</IsRepeating>
        <IsKeyField>false</IsKeyField>
        <Required>false</Required>
        <NativeSourceType>String</NativeSourceType>
        <MaxLength>0</MaxLength>
        <DynamicDomainOfValueSourceId/>
        <TrimEmptyRows>false</TrimEmptyRows>
        <CanIncludeInModel>true</CanIncludeInModel>
        <IncludeInModel>true</IncludeInModel>
        <IsPartial>false</IsPartial>
        <IsValid>true</IsValid>
        <NativeFieldMapping/>
        <OriginalName>ContentVersion</OriginalName>
        <ValidationMessage/>
      </FieldInfo>
    </TableInfo>
    <TableInfo>
      <Id>2fe70191-dc9c-4a64-851c-db592aa1fbd0</Id>
      <Name>DocumentSharedComponents</Name>
      <Description/>
      <ExpressionString/>
      <FieldType>DocumentSharedComponents</FieldType>
      <Filter/>
      <DefaultValue/>
      <IsInputParameter>false</IsInputParameter>
      <IsInputMultipleValues>false</IsInputMultipleValues>
      <IncludeInRecordSelector>false</IncludeInRecordSelector>
      <IsRepeating>false</IsRepeating>
      <IsKeyField>false</IsKeyField>
      <Required>false</Required>
      <NativeSourceType>String</NativeSourceType>
      <MaxLength>0</MaxLength>
      <DynamicDomainOfValueSourceId/>
      <TrimEmptyRows>false</TrimEmptyRows>
      <CanIncludeInModel>true</CanIncludeInModel>
      <IncludeInModel>true</IncludeInModel>
      <IsPartial>false</IsPartial>
      <IsValid>true</IsValid>
      <NativeFieldMapping/>
      <OriginalName>DocumentSharedComponents</OriginalName>
      <ValidationMessage/>
      <FieldInfo>
        <Id>169ddc81-d91d-495d-9230-5fa959cb87e3</Id>
        <Name>ContentId</Name>
        <Description/>
        <ExpressionString/>
        <FieldType>System.String</FieldType>
        <Filter/>
        <DefaultValue/>
        <IsInputParameter>false</IsInputParameter>
        <IsInputMultipleValues>false</IsInputMultipleValues>
        <IncludeInRecordSelector>true</IncludeInRecordSelector>
        <IsRepeating>false</IsRepeating>
        <IsKeyField>false</IsKeyField>
        <Required>false</Required>
        <NativeSourceType>String</NativeSourceType>
        <MaxLength>0</MaxLength>
        <DynamicDomainOfValueSourceId/>
        <TrimEmptyRows>false</TrimEmptyRows>
        <CanIncludeInModel>true</CanIncludeInModel>
        <IncludeInModel>true</IncludeInModel>
        <IsPartial>false</IsPartial>
        <IsValid>true</IsValid>
        <NativeFieldMapping/>
        <OriginalName>ContentId</OriginalName>
        <ValidationMessage/>
      </FieldInfo>
      <FieldInfo>
        <Id>6bf8cb0b-598b-4bfd-914c-ea157cbb7b8c</Id>
        <Name>ContentName</Name>
        <Description/>
        <ExpressionString/>
        <FieldType>System.String</FieldType>
        <Filter/>
        <DefaultValue/>
        <IsInputParameter>false</IsInputParameter>
        <IsInputMultipleValues>false</IsInputMultipleValues>
        <IncludeInRecordSelector>true</IncludeInRecordSelector>
        <IsRepeating>false</IsRepeating>
        <IsKeyField>false</IsKeyField>
        <Required>false</Required>
        <NativeSourceType>String</NativeSourceType>
        <MaxLength>0</MaxLength>
        <DynamicDomainOfValueSourceId/>
        <TrimEmptyRows>false</TrimEmptyRows>
        <CanIncludeInModel>true</CanIncludeInModel>
        <IncludeInModel>true</IncludeInModel>
        <IsPartial>false</IsPartial>
        <IsValid>true</IsValid>
        <NativeFieldMapping/>
        <OriginalName>ContentName</OriginalName>
        <ValidationMessage/>
      </FieldInfo>
      <FieldInfo>
        <Id>c6801241-1123-4279-9f95-ab6793ed8e48</Id>
        <Name>ContentType</Name>
        <Description/>
        <ExpressionString/>
        <FieldType>System.String</FieldType>
        <Filter/>
        <DefaultValue/>
        <IsInputParameter>false</IsInputParameter>
        <IsInputMultipleValues>false</IsInputMultipleValues>
        <IncludeInRecordSelector>true</IncludeInRecordSelector>
        <IsRepeating>false</IsRepeating>
        <IsKeyField>false</IsKeyField>
        <Required>false</Required>
        <NativeSourceType>String</NativeSourceType>
        <MaxLength>0</MaxLength>
        <DynamicDomainOfValueSourceId/>
        <TrimEmptyRows>false</TrimEmptyRows>
        <CanIncludeInModel>true</CanIncludeInModel>
        <IncludeInModel>true</IncludeInModel>
        <IsPartial>false</IsPartial>
        <IsValid>true</IsValid>
        <NativeFieldMapping/>
        <OriginalName>ContentType</OriginalName>
        <ValidationMessage/>
      </FieldInfo>
      <FieldInfo>
        <Id>4ed07a28-6c35-499b-abd0-0fa585db499f</Id>
        <Name>ContentVersion</Name>
        <Description/>
        <ExpressionString/>
        <FieldType>System.String</FieldType>
        <Filter/>
        <DefaultValue/>
        <IsInputParameter>false</IsInputParameter>
        <IsInputMultipleValues>false</IsInputMultipleValues>
        <IncludeInRecordSelector>true</IncludeInRecordSelector>
        <IsRepeating>false</IsRepeating>
        <IsKeyField>false</IsKeyField>
        <Required>false</Required>
        <NativeSourceType>String</NativeSourceType>
        <MaxLength>0</MaxLength>
        <DynamicDomainOfValueSourceId/>
        <TrimEmptyRows>false</TrimEmptyRows>
        <CanIncludeInModel>true</CanIncludeInModel>
        <IncludeInModel>true</IncludeInModel>
        <IsPartial>false</IsPartial>
        <IsValid>true</IsValid>
        <NativeFieldMapping/>
        <OriginalName>ContentVersion</OriginalName>
        <ValidationMessage/>
      </FieldInfo>
    </TableInfo>
  </DataFields>
</DataSourceInfo>
</file>

<file path=customXml/item24.xml><?xml version="1.0" encoding="utf-8"?>
<DataSourceMapping>
  <Id>23a3a6c2-97eb-4bb1-9606-830367295ef6</Id>
  <Name>EXPRESSION_VARIABLE_MAPPING</Name>
  <TargetDataSource>9e2c557d-c9d2-4f98-a70b-879c97833086</TargetDataSource>
  <SourceType>XML File</SourceType>
  <IsReadOnly>false</IsReadOnly>
  <SalesforceOrganizationId>00000000-0000-0000-0000-000000000000</SalesforceOrganizationId>
  <SalesforceOrganizationName/>
  <SalesforceApiVersion/>
  <Properties/>
  <RawMappings/>
  <DesignTimeProperties/>
</DataSourceMapping>
</file>

<file path=customXml/item25.xml><?xml version="1.0" encoding="utf-8"?>
<VariableListCustXmlRels>
  <VariableListCustXmlRel variableListName="AD_HOC">
    <VariableListDefCustXmlId>{A3B588A9-11E8-4ED4-AA13-BCE4A9BCD6CE}</VariableListDefCustXmlId>
    <LibraryMetadataCustXmlId>{9324346B-1B6B-4F34-A5C9-D3707DABA649}</LibraryMetadataCustXmlId>
    <DataSourceInfoCustXmlId>{FFA6BE3D-B033-4518-A32E-99D76556A8E3}</DataSourceInfoCustXmlId>
    <DataSourceMappingCustXmlId>{CE9540AE-1D0E-49E5-AF90-C17F1943A9B4}</DataSourceMappingCustXmlId>
    <SdmcCustXmlId>{3338F778-B934-4E86-A9CF-B256A4EAE783}</SdmcCustXmlId>
  </VariableListCustXmlRel>
  <VariableListCustXmlRel variableListName="Computed">
    <VariableListDefCustXmlId>{231C2F96-06F6-4C47-9315-288623476A37}</VariableListDefCustXmlId>
    <LibraryMetadataCustXmlId>{E0029ED2-B1F6-4478-A5EE-1792A39E7ACE}</LibraryMetadataCustXmlId>
    <DataSourceInfoCustXmlId>{4467120C-0E78-4AD5-AD55-3448B001B124}</DataSourceInfoCustXmlId>
    <DataSourceMappingCustXmlId>{6C58F592-BA05-410F-8B90-6953F9775138}</DataSourceMappingCustXmlId>
  </VariableListCustXmlRel>
  <VariableListCustXmlRel variableListName="System">
    <VariableListDefCustXmlId>{7BBDB1F3-A681-4E79-8335-59E89CD4DE53}</VariableListDefCustXmlId>
    <LibraryMetadataCustXmlId>{CCDFF28C-7406-4469-98B6-DC7A8AD16A3B}</LibraryMetadataCustXmlId>
    <DataSourceInfoCustXmlId>{42FD883B-EBB7-44B5-B73B-0A6316FA5E05}</DataSourceInfoCustXmlId>
    <DataSourceMappingCustXmlId>{B7EFFE78-77BC-42F1-AD6A-B24353A4AB4E}</DataSourceMappingCustXmlId>
  </VariableListCustXmlRel>
</VariableListCustXmlRels>
</file>

<file path=customXml/item26.xml><?xml version="1.0" encoding="utf-8"?>
<AllExternalAdhocVariableMappings/>
</file>

<file path=customXml/item27.xml><?xml version="1.0" encoding="utf-8"?>
<pd:PersonalizationDefinition xmlns:pd="Strauss.PersonalizationDefinition" name="">
  <pd:DataReferenceList>
    <pd:DataReference datasourceID="eca3800a-1250-4830-bd9f-2cf060fd2634" dataFieldID="3e81654b-56e0-4259-8b65-3d31a58a3be8" variableListUniqueId="ebe66fb3-c7f6-48c6-bde0-3f604d259096"/>
  </pd:DataReferenceList>
  <pd:VariableReplacementDescriptor name="" desc="" uid="">
    <pd:DataReferenceList>
      <pd:DataReference datasourceID="eca3800a-1250-4830-bd9f-2cf060fd2634" dataFieldID="3e81654b-56e0-4259-8b65-3d31a58a3be8" variableListUniqueId="ebe66fb3-c7f6-48c6-bde0-3f604d259096"/>
    </pd:DataReferenceList>
  </pd:VariableReplacementDescriptor>
</pd:PersonalizationDefinition>
</file>

<file path=customXml/item28.xml><?xml version="1.0" encoding="utf-8"?>
<pd:PersonalizationDefinition xmlns:pd="Strauss.PersonalizationDefinition" name="">
  <pd:DataReferenceList>
    <pd:DataReference datasourceID="eca3800a-1250-4830-bd9f-2cf060fd2634" dataFieldID="dd70470f-5064-4e1b-a63c-3bf64760991c" variableListUniqueId="ebe66fb3-c7f6-48c6-bde0-3f604d259096"/>
  </pd:DataReferenceList>
  <pd:VariableReplacementDescriptor name="" desc="" uid="">
    <pd:DataReferenceList>
      <pd:DataReference datasourceID="eca3800a-1250-4830-bd9f-2cf060fd2634" dataFieldID="dd70470f-5064-4e1b-a63c-3bf64760991c" variableListUniqueId="ebe66fb3-c7f6-48c6-bde0-3f604d259096"/>
    </pd:DataReferenceList>
  </pd:VariableReplacementDescriptor>
</pd:PersonalizationDefinition>
</file>

<file path=customXml/item29.xml><?xml version="1.0" encoding="utf-8"?>
<pd:PersonalizationDefinition xmlns:pd="Strauss.PersonalizationDefinition" name="">
  <pd:DataReferenceList>
    <pd:DataReference datasourceID="eca3800a-1250-4830-bd9f-2cf060fd2634" dataFieldID="965f9144-68f5-4773-bff6-1434a69cfdb2" variableListUniqueId="ebe66fb3-c7f6-48c6-bde0-3f604d259096"/>
  </pd:DataReferenceList>
  <pd:VariableReplacementDescriptor name="" desc="" uid="">
    <pd:DataReferenceList>
      <pd:DataReference datasourceID="eca3800a-1250-4830-bd9f-2cf060fd2634" dataFieldID="965f9144-68f5-4773-bff6-1434a69cfdb2" variableListUniqueId="ebe66fb3-c7f6-48c6-bde0-3f604d259096"/>
    </pd:DataReferenceList>
  </pd:VariableReplacementDescriptor>
</pd:PersonalizationDefinition>
</file>

<file path=customXml/item30.xml><?xml version="1.0" encoding="utf-8"?>
<pd:PersonalizationDefinition xmlns:pd="Strauss.PersonalizationDefinition" name="">
  <pd:DataReferenceList>
    <pd:DataReference datasourceID="eca3800a-1250-4830-bd9f-2cf060fd2634" dataFieldID="965f9144-68f5-4773-bff6-1434a69cfdb2" variableListUniqueId="ebe66fb3-c7f6-48c6-bde0-3f604d259096"/>
  </pd:DataReferenceList>
  <pd:VariableReplacementDescriptor name="" desc="" uid="">
    <pd:DataReferenceList>
      <pd:DataReference datasourceID="eca3800a-1250-4830-bd9f-2cf060fd2634" dataFieldID="965f9144-68f5-4773-bff6-1434a69cfdb2" variableListUniqueId="ebe66fb3-c7f6-48c6-bde0-3f604d259096"/>
    </pd:DataReferenceList>
  </pd:VariableReplacementDescriptor>
</pd:PersonalizationDefinition>
</file>

<file path=customXml/item31.xml><?xml version="1.0" encoding="utf-8"?>
<pd:PersonalizationDefinition xmlns:pd="Strauss.PersonalizationDefinition" name="">
  <pd:DataReferenceList>
    <pd:DataReference datasourceID="9e2c557d-c9d2-4f98-a70b-879c97833086" dataFieldID="169ddc81-d91d-495d-9230-5fa959cb87e3" variableListUniqueId="88cf25a6-fd5d-4cf1-bf34-0d4c2cc593a1"/>
    <pd:DataReference datasourceID="9e2c557d-c9d2-4f98-a70b-879c97833086" dataFieldID="6bf8cb0b-598b-4bfd-914c-ea157cbb7b8c" variableListUniqueId="88cf25a6-fd5d-4cf1-bf34-0d4c2cc593a1"/>
    <pd:DataReference datasourceID="9e2c557d-c9d2-4f98-a70b-879c97833086" dataFieldID="c6801241-1123-4279-9f95-ab6793ed8e48" variableListUniqueId="88cf25a6-fd5d-4cf1-bf34-0d4c2cc593a1"/>
    <pd:DataReference datasourceID="9e2c557d-c9d2-4f98-a70b-879c97833086" dataFieldID="4ed07a28-6c35-499b-abd0-0fa585db499f" variableListUniqueId="88cf25a6-fd5d-4cf1-bf34-0d4c2cc593a1"/>
    <pd:DataReference datasourceID="9e2c557d-c9d2-4f98-a70b-879c97833086" dataFieldID="2fe70191-dc9c-4a64-851c-db592aa1fbd0" variableListUniqueId="88cf25a6-fd5d-4cf1-bf34-0d4c2cc593a1"/>
  </pd:DataReferenceList>
  <pd:DynamicTableDescriptor name="t" desc="" uid="6949e579-a4bf-4c27-9701-571de0b73527" isHorizontal="False" overflowToTableId="" continueFromTableId="" hideSlideWhenNoData="False" fixWidth="False" AdvancedWeighting="False" maxWeight="100">
    <pd:DataReferenceList>
      <pd:DataReference datasourceID="9e2c557d-c9d2-4f98-a70b-879c97833086" dataFieldID="169ddc81-d91d-495d-9230-5fa959cb87e3" variableListUniqueId="88cf25a6-fd5d-4cf1-bf34-0d4c2cc593a1"/>
      <pd:DataReference datasourceID="9e2c557d-c9d2-4f98-a70b-879c97833086" dataFieldID="6bf8cb0b-598b-4bfd-914c-ea157cbb7b8c" variableListUniqueId="88cf25a6-fd5d-4cf1-bf34-0d4c2cc593a1"/>
      <pd:DataReference datasourceID="9e2c557d-c9d2-4f98-a70b-879c97833086" dataFieldID="c6801241-1123-4279-9f95-ab6793ed8e48" variableListUniqueId="88cf25a6-fd5d-4cf1-bf34-0d4c2cc593a1"/>
      <pd:DataReference datasourceID="9e2c557d-c9d2-4f98-a70b-879c97833086" dataFieldID="4ed07a28-6c35-499b-abd0-0fa585db499f" variableListUniqueId="88cf25a6-fd5d-4cf1-bf34-0d4c2cc593a1"/>
      <pd:DataReference datasourceID="9e2c557d-c9d2-4f98-a70b-879c97833086" dataFieldID="2fe70191-dc9c-4a64-851c-db592aa1fbd0" variableListUniqueId="88cf25a6-fd5d-4cf1-bf34-0d4c2cc593a1"/>
    </pd:DataReferenceList>
    <pd:BindTables>
      <pd:BindTable IsLimitRecordCount="False" RepeatingRowIndexFrom="2" RepeatingRowIndexTo="2" MaxRecords="999" isFooterInLastPage="True" isHeaderInFirstPage="False" startDataIndex="0" maxRowPerSlide="10" IsMaxLinesPerSlide="False" HeaderRowIndexFrom="0" HeaderRowIndexTo="0" FooterRowIndexFrom="0" FooterRowIndexTo="0" AnchorToBottom="False" IsFromOriginalTable="False" FooterAnchorToBottom="False">
        <pd:DataReference datasourceID="9e2c557d-c9d2-4f98-a70b-879c97833086" dataFieldID="2fe70191-dc9c-4a64-851c-db592aa1fbd0" variableListUniqueId="88cf25a6-fd5d-4cf1-bf34-0d4c2cc593a1"/>
        <pd:SortDescriptor name="" desc="" uid=""/>
        <pd:Condition rel="&amp;&amp;"/>
        <pd:DecimalAlign name="" desc="" uid="" AlignDecimal="False"/>
      </pd:BindTable>
    </pd:BindTables>
    <pd:DynamicTableColumns>
      <pd:DynamicTableColumn rowIndex="0" colIndex="0">
        <pd:DataReferenceList/>
      </pd:DynamicTableColumn>
      <pd:DynamicTableColumn rowIndex="0" colIndex="1">
        <pd:DataReferenceList/>
      </pd:DynamicTableColumn>
      <pd:DynamicTableColumn rowIndex="0" colIndex="2">
        <pd:DataReferenceList/>
      </pd:DynamicTableColumn>
      <pd:DynamicTableColumn rowIndex="0" colIndex="3">
        <pd:DataReferenceList/>
      </pd:DynamicTableColumn>
      <pd:DynamicTableColumn rowIndex="1" colIndex="0">
        <pd:DataReferenceList>
          <pd:DataReference datasourceID="9e2c557d-c9d2-4f98-a70b-879c97833086" dataFieldID="169ddc81-d91d-495d-9230-5fa959cb87e3" variableListUniqueId="88cf25a6-fd5d-4cf1-bf34-0d4c2cc593a1"/>
        </pd:DataReferenceList>
      </pd:DynamicTableColumn>
      <pd:DynamicTableColumn rowIndex="1" colIndex="1">
        <pd:DataReferenceList>
          <pd:DataReference datasourceID="9e2c557d-c9d2-4f98-a70b-879c97833086" dataFieldID="6bf8cb0b-598b-4bfd-914c-ea157cbb7b8c" variableListUniqueId="88cf25a6-fd5d-4cf1-bf34-0d4c2cc593a1"/>
        </pd:DataReferenceList>
      </pd:DynamicTableColumn>
      <pd:DynamicTableColumn rowIndex="1" colIndex="2">
        <pd:DataReferenceList>
          <pd:DataReference datasourceID="9e2c557d-c9d2-4f98-a70b-879c97833086" dataFieldID="c6801241-1123-4279-9f95-ab6793ed8e48" variableListUniqueId="88cf25a6-fd5d-4cf1-bf34-0d4c2cc593a1"/>
        </pd:DataReferenceList>
      </pd:DynamicTableColumn>
      <pd:DynamicTableColumn rowIndex="1" colIndex="3">
        <pd:DataReferenceList>
          <pd:DataReference datasourceID="9e2c557d-c9d2-4f98-a70b-879c97833086" dataFieldID="4ed07a28-6c35-499b-abd0-0fa585db499f" variableListUniqueId="88cf25a6-fd5d-4cf1-bf34-0d4c2cc593a1"/>
        </pd:DataReferenceList>
      </pd:DynamicTableColumn>
    </pd:DynamicTableColumns>
  </pd:DynamicTableDescriptor>
  <pd:VariableReplacementDescriptor name="" desc="" uid="">
    <pd:DataReferenceList>
      <pd:DataReference datasourceID="9e2c557d-c9d2-4f98-a70b-879c97833086" dataFieldID="169ddc81-d91d-495d-9230-5fa959cb87e3" variableListUniqueId="88cf25a6-fd5d-4cf1-bf34-0d4c2cc593a1"/>
      <pd:DataReference datasourceID="9e2c557d-c9d2-4f98-a70b-879c97833086" dataFieldID="6bf8cb0b-598b-4bfd-914c-ea157cbb7b8c" variableListUniqueId="88cf25a6-fd5d-4cf1-bf34-0d4c2cc593a1"/>
      <pd:DataReference datasourceID="9e2c557d-c9d2-4f98-a70b-879c97833086" dataFieldID="c6801241-1123-4279-9f95-ab6793ed8e48" variableListUniqueId="88cf25a6-fd5d-4cf1-bf34-0d4c2cc593a1"/>
      <pd:DataReference datasourceID="9e2c557d-c9d2-4f98-a70b-879c97833086" dataFieldID="4ed07a28-6c35-499b-abd0-0fa585db499f" variableListUniqueId="88cf25a6-fd5d-4cf1-bf34-0d4c2cc593a1"/>
    </pd:DataReferenceList>
  </pd:VariableReplacementDescriptor>
</pd:PersonalizationDefinition>
</file>

<file path=customXml/item32.xml><?xml version="1.0" encoding="utf-8"?>
<pd:PersonalizationDefinition xmlns:pd="Strauss.PersonalizationDefinition" name="">
  <pd:DataReferenceList>
    <pd:DataReference datasourceID="9e2c557d-c9d2-4f98-a70b-879c97833086" dataFieldID="169ddc81-d91d-495d-9230-5fa959cb87e3" variableListUniqueId="88cf25a6-fd5d-4cf1-bf34-0d4c2cc593a1"/>
    <pd:DataReference datasourceID="9e2c557d-c9d2-4f98-a70b-879c97833086" dataFieldID="6bf8cb0b-598b-4bfd-914c-ea157cbb7b8c" variableListUniqueId="88cf25a6-fd5d-4cf1-bf34-0d4c2cc593a1"/>
    <pd:DataReference datasourceID="9e2c557d-c9d2-4f98-a70b-879c97833086" dataFieldID="c6801241-1123-4279-9f95-ab6793ed8e48" variableListUniqueId="88cf25a6-fd5d-4cf1-bf34-0d4c2cc593a1"/>
    <pd:DataReference datasourceID="9e2c557d-c9d2-4f98-a70b-879c97833086" dataFieldID="4ed07a28-6c35-499b-abd0-0fa585db499f" variableListUniqueId="88cf25a6-fd5d-4cf1-bf34-0d4c2cc593a1"/>
    <pd:DataReference datasourceID="9e2c557d-c9d2-4f98-a70b-879c97833086" dataFieldID="2fe70191-dc9c-4a64-851c-db592aa1fbd0" variableListUniqueId="88cf25a6-fd5d-4cf1-bf34-0d4c2cc593a1"/>
  </pd:DataReferenceList>
  <pd:DynamicTableDescriptor name="t" desc="" uid="9a756b48-ed67-45fe-b700-c7a62559b439" isHorizontal="False" overflowToTableId="" continueFromTableId="" hideSlideWhenNoData="False" fixWidth="False" AdvancedWeighting="False" maxWeight="100">
    <pd:DataReferenceList>
      <pd:DataReference datasourceID="9e2c557d-c9d2-4f98-a70b-879c97833086" dataFieldID="169ddc81-d91d-495d-9230-5fa959cb87e3" variableListUniqueId="88cf25a6-fd5d-4cf1-bf34-0d4c2cc593a1"/>
      <pd:DataReference datasourceID="9e2c557d-c9d2-4f98-a70b-879c97833086" dataFieldID="6bf8cb0b-598b-4bfd-914c-ea157cbb7b8c" variableListUniqueId="88cf25a6-fd5d-4cf1-bf34-0d4c2cc593a1"/>
      <pd:DataReference datasourceID="9e2c557d-c9d2-4f98-a70b-879c97833086" dataFieldID="c6801241-1123-4279-9f95-ab6793ed8e48" variableListUniqueId="88cf25a6-fd5d-4cf1-bf34-0d4c2cc593a1"/>
      <pd:DataReference datasourceID="9e2c557d-c9d2-4f98-a70b-879c97833086" dataFieldID="4ed07a28-6c35-499b-abd0-0fa585db499f" variableListUniqueId="88cf25a6-fd5d-4cf1-bf34-0d4c2cc593a1"/>
      <pd:DataReference datasourceID="9e2c557d-c9d2-4f98-a70b-879c97833086" dataFieldID="2fe70191-dc9c-4a64-851c-db592aa1fbd0" variableListUniqueId="88cf25a6-fd5d-4cf1-bf34-0d4c2cc593a1"/>
    </pd:DataReferenceList>
    <pd:BindTables>
      <pd:BindTable IsLimitRecordCount="False" RepeatingRowIndexFrom="2" RepeatingRowIndexTo="2" MaxRecords="999" isFooterInLastPage="True" isHeaderInFirstPage="False" startDataIndex="0" maxRowPerSlide="10" IsMaxLinesPerSlide="False" HeaderRowIndexFrom="0" HeaderRowIndexTo="0" FooterRowIndexFrom="0" FooterRowIndexTo="0" AnchorToBottom="False" IsFromOriginalTable="False" FooterAnchorToBottom="False">
        <pd:DataReference datasourceID="9e2c557d-c9d2-4f98-a70b-879c97833086" dataFieldID="2fe70191-dc9c-4a64-851c-db592aa1fbd0" variableListUniqueId="88cf25a6-fd5d-4cf1-bf34-0d4c2cc593a1"/>
        <pd:SortDescriptor name="" desc="" uid=""/>
        <pd:Condition rel="&amp;&amp;"/>
        <pd:DecimalAlign name="" desc="" uid="" AlignDecimal="False"/>
      </pd:BindTable>
    </pd:BindTables>
    <pd:DynamicTableColumns>
      <pd:DynamicTableColumn rowIndex="0" colIndex="0">
        <pd:DataReferenceList/>
      </pd:DynamicTableColumn>
      <pd:DynamicTableColumn rowIndex="0" colIndex="1">
        <pd:DataReferenceList/>
      </pd:DynamicTableColumn>
      <pd:DynamicTableColumn rowIndex="0" colIndex="2">
        <pd:DataReferenceList/>
      </pd:DynamicTableColumn>
      <pd:DynamicTableColumn rowIndex="0" colIndex="3">
        <pd:DataReferenceList/>
      </pd:DynamicTableColumn>
      <pd:DynamicTableColumn rowIndex="1" colIndex="0">
        <pd:DataReferenceList>
          <pd:DataReference datasourceID="9e2c557d-c9d2-4f98-a70b-879c97833086" dataFieldID="169ddc81-d91d-495d-9230-5fa959cb87e3" variableListUniqueId="88cf25a6-fd5d-4cf1-bf34-0d4c2cc593a1"/>
        </pd:DataReferenceList>
      </pd:DynamicTableColumn>
      <pd:DynamicTableColumn rowIndex="1" colIndex="1">
        <pd:DataReferenceList>
          <pd:DataReference datasourceID="9e2c557d-c9d2-4f98-a70b-879c97833086" dataFieldID="6bf8cb0b-598b-4bfd-914c-ea157cbb7b8c" variableListUniqueId="88cf25a6-fd5d-4cf1-bf34-0d4c2cc593a1"/>
        </pd:DataReferenceList>
      </pd:DynamicTableColumn>
      <pd:DynamicTableColumn rowIndex="1" colIndex="2">
        <pd:DataReferenceList>
          <pd:DataReference datasourceID="9e2c557d-c9d2-4f98-a70b-879c97833086" dataFieldID="c6801241-1123-4279-9f95-ab6793ed8e48" variableListUniqueId="88cf25a6-fd5d-4cf1-bf34-0d4c2cc593a1"/>
        </pd:DataReferenceList>
      </pd:DynamicTableColumn>
      <pd:DynamicTableColumn rowIndex="1" colIndex="3">
        <pd:DataReferenceList>
          <pd:DataReference datasourceID="9e2c557d-c9d2-4f98-a70b-879c97833086" dataFieldID="4ed07a28-6c35-499b-abd0-0fa585db499f" variableListUniqueId="88cf25a6-fd5d-4cf1-bf34-0d4c2cc593a1"/>
        </pd:DataReferenceList>
      </pd:DynamicTableColumn>
    </pd:DynamicTableColumns>
  </pd:DynamicTableDescriptor>
</pd:PersonalizationDefinition>
</file>

<file path=customXml/itemProps1.xml><?xml version="1.0" encoding="utf-8"?>
<ds:datastoreItem xmlns:ds="http://schemas.openxmlformats.org/officeDocument/2006/customXml" ds:itemID="{52D07976-012E-44C2-9D91-9DB6520ED3E4}">
  <ds:schemaRefs/>
</ds:datastoreItem>
</file>

<file path=customXml/itemProps2.xml><?xml version="1.0" encoding="utf-8"?>
<ds:datastoreItem xmlns:ds="http://schemas.openxmlformats.org/officeDocument/2006/customXml" ds:itemID="{4D4B63E3-F5AE-417D-B978-F18098401975}">
  <ds:schemaRefs/>
</ds:datastoreItem>
</file>

<file path=customXml/itemProps3.xml><?xml version="1.0" encoding="utf-8"?>
<ds:datastoreItem xmlns:ds="http://schemas.openxmlformats.org/officeDocument/2006/customXml" ds:itemID="{40DE23DA-A8A7-4957-804F-718D471C8012}">
  <ds:schemaRefs/>
</ds:datastoreItem>
</file>

<file path=customXml/itemProps4.xml><?xml version="1.0" encoding="utf-8"?>
<ds:datastoreItem xmlns:ds="http://schemas.openxmlformats.org/officeDocument/2006/customXml" ds:itemID="{A0026AFD-493B-4A81-92AF-EA190044742D}">
  <ds:schemaRefs/>
</ds:datastoreItem>
</file>

<file path=customXml/itemProps5.xml><?xml version="1.0" encoding="utf-8"?>
<ds:datastoreItem xmlns:ds="http://schemas.openxmlformats.org/officeDocument/2006/customXml" ds:itemID="{D2087242-3AE4-4C2F-9DEF-09D51E77156C}">
  <ds:schemaRefs/>
</ds:datastoreItem>
</file>

<file path=customXml/itemProps7.xml><?xml version="1.0" encoding="utf-8"?>
<ds:datastoreItem xmlns:ds="http://schemas.openxmlformats.org/officeDocument/2006/customXml" ds:itemID="{A7D5749B-3D24-47B8-BE12-C7EA8D8EDE1A}">
  <ds:schemaRefs/>
</ds:datastoreItem>
</file>

<file path=customXml/itemProps8.xml><?xml version="1.0" encoding="utf-8"?>
<ds:datastoreItem xmlns:ds="http://schemas.openxmlformats.org/officeDocument/2006/customXml" ds:itemID="{515CADAF-DD9B-453E-B42F-7161B203208A}">
  <ds:schemaRefs/>
</ds:datastoreItem>
</file>

<file path=customXml/itemProps9.xml><?xml version="1.0" encoding="utf-8"?>
<ds:datastoreItem xmlns:ds="http://schemas.openxmlformats.org/officeDocument/2006/customXml" ds:itemID="{3A018F55-64A9-43D4-AA11-84A874B4590D}">
  <ds:schemaRefs/>
</ds:datastoreItem>
</file>

<file path=customXml/itemProps10.xml><?xml version="1.0" encoding="utf-8"?>
<ds:datastoreItem xmlns:ds="http://schemas.openxmlformats.org/officeDocument/2006/customXml" ds:itemID="{638F08BC-0A7F-4801-9A3A-85CA6CC43A64}">
  <ds:schemaRefs/>
</ds:datastoreItem>
</file>

<file path=customXml/itemProps11.xml><?xml version="1.0" encoding="utf-8"?>
<ds:datastoreItem xmlns:ds="http://schemas.openxmlformats.org/officeDocument/2006/customXml" ds:itemID="{EBF2520C-2BF6-4AB2-966B-3193B2E8109D}">
  <ds:schemaRefs>
    <ds:schemaRef ds:uri="Strauss.PersonalizationDefinition"/>
  </ds:schemaRefs>
</ds:datastoreItem>
</file>

<file path=customXml/itemProps12.xml><?xml version="1.0" encoding="utf-8"?>
<ds:datastoreItem xmlns:ds="http://schemas.openxmlformats.org/officeDocument/2006/customXml" ds:itemID="{A3B588A9-11E8-4ED4-AA13-BCE4A9BCD6CE}">
  <ds:schemaRefs/>
</ds:datastoreItem>
</file>

<file path=customXml/itemProps13.xml><?xml version="1.0" encoding="utf-8"?>
<ds:datastoreItem xmlns:ds="http://schemas.openxmlformats.org/officeDocument/2006/customXml" ds:itemID="{9324346B-1B6B-4F34-A5C9-D3707DABA649}">
  <ds:schemaRefs/>
</ds:datastoreItem>
</file>

<file path=customXml/itemProps14.xml><?xml version="1.0" encoding="utf-8"?>
<ds:datastoreItem xmlns:ds="http://schemas.openxmlformats.org/officeDocument/2006/customXml" ds:itemID="{FFA6BE3D-B033-4518-A32E-99D76556A8E3}">
  <ds:schemaRefs/>
</ds:datastoreItem>
</file>

<file path=customXml/itemProps15.xml><?xml version="1.0" encoding="utf-8"?>
<ds:datastoreItem xmlns:ds="http://schemas.openxmlformats.org/officeDocument/2006/customXml" ds:itemID="{CE9540AE-1D0E-49E5-AF90-C17F1943A9B4}">
  <ds:schemaRefs/>
</ds:datastoreItem>
</file>

<file path=customXml/itemProps16.xml><?xml version="1.0" encoding="utf-8"?>
<ds:datastoreItem xmlns:ds="http://schemas.openxmlformats.org/officeDocument/2006/customXml" ds:itemID="{3338F778-B934-4E86-A9CF-B256A4EAE783}">
  <ds:schemaRefs/>
</ds:datastoreItem>
</file>

<file path=customXml/itemProps17.xml><?xml version="1.0" encoding="utf-8"?>
<ds:datastoreItem xmlns:ds="http://schemas.openxmlformats.org/officeDocument/2006/customXml" ds:itemID="{231C2F96-06F6-4C47-9315-288623476A37}">
  <ds:schemaRefs/>
</ds:datastoreItem>
</file>

<file path=customXml/itemProps18.xml><?xml version="1.0" encoding="utf-8"?>
<ds:datastoreItem xmlns:ds="http://schemas.openxmlformats.org/officeDocument/2006/customXml" ds:itemID="{E0029ED2-B1F6-4478-A5EE-1792A39E7ACE}">
  <ds:schemaRefs/>
</ds:datastoreItem>
</file>

<file path=customXml/itemProps19.xml><?xml version="1.0" encoding="utf-8"?>
<ds:datastoreItem xmlns:ds="http://schemas.openxmlformats.org/officeDocument/2006/customXml" ds:itemID="{4467120C-0E78-4AD5-AD55-3448B001B124}">
  <ds:schemaRefs/>
</ds:datastoreItem>
</file>

<file path=customXml/itemProps20.xml><?xml version="1.0" encoding="utf-8"?>
<ds:datastoreItem xmlns:ds="http://schemas.openxmlformats.org/officeDocument/2006/customXml" ds:itemID="{6C58F592-BA05-410F-8B90-6953F9775138}">
  <ds:schemaRefs/>
</ds:datastoreItem>
</file>

<file path=customXml/itemProps21.xml><?xml version="1.0" encoding="utf-8"?>
<ds:datastoreItem xmlns:ds="http://schemas.openxmlformats.org/officeDocument/2006/customXml" ds:itemID="{7BBDB1F3-A681-4E79-8335-59E89CD4DE53}">
  <ds:schemaRefs/>
</ds:datastoreItem>
</file>

<file path=customXml/itemProps22.xml><?xml version="1.0" encoding="utf-8"?>
<ds:datastoreItem xmlns:ds="http://schemas.openxmlformats.org/officeDocument/2006/customXml" ds:itemID="{CCDFF28C-7406-4469-98B6-DC7A8AD16A3B}">
  <ds:schemaRefs/>
</ds:datastoreItem>
</file>

<file path=customXml/itemProps23.xml><?xml version="1.0" encoding="utf-8"?>
<ds:datastoreItem xmlns:ds="http://schemas.openxmlformats.org/officeDocument/2006/customXml" ds:itemID="{42FD883B-EBB7-44B5-B73B-0A6316FA5E05}">
  <ds:schemaRefs/>
</ds:datastoreItem>
</file>

<file path=customXml/itemProps24.xml><?xml version="1.0" encoding="utf-8"?>
<ds:datastoreItem xmlns:ds="http://schemas.openxmlformats.org/officeDocument/2006/customXml" ds:itemID="{B7EFFE78-77BC-42F1-AD6A-B24353A4AB4E}">
  <ds:schemaRefs/>
</ds:datastoreItem>
</file>

<file path=customXml/itemProps25.xml><?xml version="1.0" encoding="utf-8"?>
<ds:datastoreItem xmlns:ds="http://schemas.openxmlformats.org/officeDocument/2006/customXml" ds:itemID="{49B1A466-3C1A-4562-8EE2-956AEFEC73A3}">
  <ds:schemaRefs/>
</ds:datastoreItem>
</file>

<file path=customXml/itemProps26.xml><?xml version="1.0" encoding="utf-8"?>
<ds:datastoreItem xmlns:ds="http://schemas.openxmlformats.org/officeDocument/2006/customXml" ds:itemID="{C55710F4-27AD-45C3-BB1B-9C1FEC55C715}">
  <ds:schemaRefs/>
</ds:datastoreItem>
</file>

<file path=customXml/itemProps27.xml><?xml version="1.0" encoding="utf-8"?>
<ds:datastoreItem xmlns:ds="http://schemas.openxmlformats.org/officeDocument/2006/customXml" ds:itemID="{2CFA4251-69D6-4310-A270-EC3464CDCD1B}">
  <ds:schemaRefs>
    <ds:schemaRef ds:uri="Strauss.PersonalizationDefinition"/>
  </ds:schemaRefs>
</ds:datastoreItem>
</file>

<file path=customXml/itemProps28.xml><?xml version="1.0" encoding="utf-8"?>
<ds:datastoreItem xmlns:ds="http://schemas.openxmlformats.org/officeDocument/2006/customXml" ds:itemID="{62E7A9A0-148E-4A42-96D9-B0836D400D1E}">
  <ds:schemaRefs>
    <ds:schemaRef ds:uri="Strauss.PersonalizationDefinition"/>
  </ds:schemaRefs>
</ds:datastoreItem>
</file>

<file path=customXml/itemProps29.xml><?xml version="1.0" encoding="utf-8"?>
<ds:datastoreItem xmlns:ds="http://schemas.openxmlformats.org/officeDocument/2006/customXml" ds:itemID="{193BE90A-62DB-4B8D-AFB9-073285223998}">
  <ds:schemaRefs>
    <ds:schemaRef ds:uri="Strauss.PersonalizationDefinition"/>
  </ds:schemaRefs>
</ds:datastoreItem>
</file>

<file path=customXml/itemProps30.xml><?xml version="1.0" encoding="utf-8"?>
<ds:datastoreItem xmlns:ds="http://schemas.openxmlformats.org/officeDocument/2006/customXml" ds:itemID="{BBE2E5BD-5B5A-4F42-A7F9-45CE10A40B99}">
  <ds:schemaRefs>
    <ds:schemaRef ds:uri="Strauss.PersonalizationDefinition"/>
  </ds:schemaRefs>
</ds:datastoreItem>
</file>

<file path=customXml/itemProps31.xml><?xml version="1.0" encoding="utf-8"?>
<ds:datastoreItem xmlns:ds="http://schemas.openxmlformats.org/officeDocument/2006/customXml" ds:itemID="{6B413C4A-09BB-4855-ABCC-882DCA17D148}">
  <ds:schemaRefs>
    <ds:schemaRef ds:uri="Strauss.PersonalizationDefinition"/>
  </ds:schemaRefs>
</ds:datastoreItem>
</file>

<file path=customXml/itemProps32.xml><?xml version="1.0" encoding="utf-8"?>
<ds:datastoreItem xmlns:ds="http://schemas.openxmlformats.org/officeDocument/2006/customXml" ds:itemID="{EA38D5EB-FE3A-401C-8237-7CEA33E94676}">
  <ds:schemaRefs>
    <ds:schemaRef ds:uri="Strauss.PersonalizationDefinition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100</TotalTime>
  <Words>46</Words>
  <Application>Microsoft Office PowerPoint</Application>
  <PresentationFormat>Widescreen</PresentationFormat>
  <Paragraphs>16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Century Gothic</vt:lpstr>
      <vt:lpstr>Wingdings 3</vt:lpstr>
      <vt:lpstr>Ion Boardroom</vt:lpstr>
      <vt:lpstr>Ticket 3900 - Retest</vt:lpstr>
      <vt:lpstr>Slide 2</vt:lpstr>
      <vt:lpstr>Single slide</vt:lpstr>
      <vt:lpstr>Unshared slide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Ticket 3900 - Retest</dc:title>
  <dc:creator>Bessie Xu</dc:creator>
  <cp:lastModifiedBy>Anna Li</cp:lastModifiedBy>
  <cp:revision>32</cp:revision>
  <dcterms:created xsi:type="dcterms:W3CDTF">2016-04-05T09:19:53Z</dcterms:created>
  <dcterms:modified xsi:type="dcterms:W3CDTF">2025-09-24T04:14:36Z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tring">
    <vt:lpwstr>abc</vt:lpwstr>
  </property>
</Properties>
</file>