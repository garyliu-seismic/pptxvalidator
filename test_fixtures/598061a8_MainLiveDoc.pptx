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28.xml" ContentType="application/vnd.openxmlformats-officedocument.customXmlProperties+xml"/>
  <Override PartName="/customXML/itemProps27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ustomXML/itemProps24.xml" ContentType="application/vnd.openxmlformats-officedocument.customXmlProperties+xml"/>
  <Override PartName="/ppt/customXML/itemProps25.xml" ContentType="application/vnd.openxmlformats-officedocument.customXmlProperties+xml"/>
  <Override PartName="/ppt/customXML/itemProps26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3"/>
  </p:sldMasterIdLst>
  <p:notesMasterIdLst>
    <p:notesMasterId r:id="rId27"/>
  </p:notesMasterIdLst>
  <p:sldIdLst>
    <p:sldId id="256" r:id="rId24"/>
    <p:sldId id="258" r:id="rId25"/>
    <p:sldId id="257" r:id="rId26"/>
  </p:sldIdLst>
  <p:sldSz cx="12192000" cy="6858000"/>
  <p:notesSz cx="6858000" cy="9144000"/>
  <p:custDataLst>
    <p:custData r:id="Rb0fdc8d34b9247f7"/>
    <p:custData r:id="Rc4ab0e195d5c4a44"/>
    <p:custData r:id="rId13"/>
    <p:custData r:id="rId9"/>
    <p:custData r:id="rId19"/>
    <p:custData r:id="rId12"/>
    <p:custData r:id="rId17"/>
    <p:custData r:id="rId7"/>
    <p:custData r:id="rId6"/>
    <p:custData r:id="rId11"/>
    <p:custData r:id="rId14"/>
    <p:custData r:id="rId20"/>
    <p:custData r:id="rId15"/>
    <p:custData r:id="rId8"/>
    <p:custData r:id="rId10"/>
    <p:custData r:id="rId18"/>
    <p:custData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customXml" Target="../customXml/item8.xml" Id="rId8" /><Relationship Type="http://schemas.openxmlformats.org/officeDocument/2006/relationships/customXml" Target="../customXml/item13.xml" Id="rId13" /><Relationship Type="http://schemas.openxmlformats.org/officeDocument/2006/relationships/customXml" Target="../customXml/item18.xml" Id="rId18" /><Relationship Type="http://schemas.openxmlformats.org/officeDocument/2006/relationships/slide" Target="slides/slide3.xml" Id="rId26" /><Relationship Type="http://schemas.openxmlformats.org/officeDocument/2006/relationships/customXml" Target="../customXml/item3.xml" Id="rId3" /><Relationship Type="http://schemas.openxmlformats.org/officeDocument/2006/relationships/customXml" Target="../customXml/item21.xml" Id="rId21" /><Relationship Type="http://schemas.openxmlformats.org/officeDocument/2006/relationships/customXml" Target="../customXml/item7.xml" Id="rId7" /><Relationship Type="http://schemas.openxmlformats.org/officeDocument/2006/relationships/customXml" Target="../customXml/item12.xml" Id="rId12" /><Relationship Type="http://schemas.openxmlformats.org/officeDocument/2006/relationships/customXml" Target="../customXml/item17.xml" Id="rId17" /><Relationship Type="http://schemas.openxmlformats.org/officeDocument/2006/relationships/slide" Target="slides/slide2.xml" Id="rId25" /><Relationship Type="http://schemas.openxmlformats.org/officeDocument/2006/relationships/customXml" Target="../customXml/item2.xml" Id="rId2" /><Relationship Type="http://schemas.openxmlformats.org/officeDocument/2006/relationships/customXml" Target="../customXml/item16.xml" Id="rId16" /><Relationship Type="http://schemas.openxmlformats.org/officeDocument/2006/relationships/customXml" Target="../customXml/item20.xml" Id="rId20" /><Relationship Type="http://schemas.openxmlformats.org/officeDocument/2006/relationships/viewProps" Target="viewProps.xml" Id="rId29" /><Relationship Type="http://schemas.openxmlformats.org/officeDocument/2006/relationships/customXml" Target="../customXml/item1.xml" Id="rId1" /><Relationship Type="http://schemas.openxmlformats.org/officeDocument/2006/relationships/customXml" Target="../customXml/item6.xml" Id="rId6" /><Relationship Type="http://schemas.openxmlformats.org/officeDocument/2006/relationships/customXml" Target="../customXml/item11.xml" Id="rId11" /><Relationship Type="http://schemas.openxmlformats.org/officeDocument/2006/relationships/slide" Target="slides/slide1.xml" Id="rId24" /><Relationship Type="http://schemas.openxmlformats.org/officeDocument/2006/relationships/customXml" Target="../customXml/item15.xml" Id="rId15" /><Relationship Type="http://schemas.openxmlformats.org/officeDocument/2006/relationships/slideMaster" Target="slideMasters/slideMaster1.xml" Id="rId23" /><Relationship Type="http://schemas.openxmlformats.org/officeDocument/2006/relationships/presProps" Target="presProps.xml" Id="rId28" /><Relationship Type="http://schemas.openxmlformats.org/officeDocument/2006/relationships/customXml" Target="../customXml/item10.xml" Id="rId10" /><Relationship Type="http://schemas.openxmlformats.org/officeDocument/2006/relationships/customXml" Target="../customXml/item19.xml" Id="rId19" /><Relationship Type="http://schemas.openxmlformats.org/officeDocument/2006/relationships/tableStyles" Target="tableStyles.xml" Id="rId31" /><Relationship Type="http://schemas.openxmlformats.org/officeDocument/2006/relationships/customXml" Target="../customXml/item9.xml" Id="rId9" /><Relationship Type="http://schemas.openxmlformats.org/officeDocument/2006/relationships/customXml" Target="../customXml/item14.xml" Id="rId14" /><Relationship Type="http://schemas.openxmlformats.org/officeDocument/2006/relationships/customXml" Target="../customXml/item22.xml" Id="rId22" /><Relationship Type="http://schemas.openxmlformats.org/officeDocument/2006/relationships/notesMaster" Target="notesMasters/notesMaster1.xml" Id="rId27" /><Relationship Type="http://schemas.openxmlformats.org/officeDocument/2006/relationships/theme" Target="theme/theme1.xml" Id="rId30" /><Relationship Type="http://schemas.openxmlformats.org/officeDocument/2006/relationships/customXml" Target="/ppt/customXML/item24.xml" Id="R282c6905dea74da5" /><Relationship Type="http://schemas.openxmlformats.org/officeDocument/2006/relationships/customXml" Target="/ppt/customXML/item25.xml" Id="R6f5ac1af33924335" /><Relationship Type="http://schemas.openxmlformats.org/officeDocument/2006/relationships/customXml" Target="/ppt/customXML/item26.xml" Id="R629e988d4a10427e" /><Relationship Type="http://schemas.openxmlformats.org/officeDocument/2006/relationships/customXml" Target="/customXML/item27.xml" Id="Rc4ab0e195d5c4a44" /><Relationship Type="http://schemas.openxmlformats.org/officeDocument/2006/relationships/customXml" Target="/customXML/item28.xml" Id="Rb0fdc8d34b9247f7" /></Relationships>
</file>

<file path=ppt/customXML/_rels/item24.xml.rels>&#65279;<?xml version="1.0" encoding="utf-8"?><Relationships xmlns="http://schemas.openxmlformats.org/package/2006/relationships"><Relationship Type="http://schemas.openxmlformats.org/officeDocument/2006/relationships/customXmlProps" Target="/ppt/customXML/itemProps24.xml" Id="Rddf39903e8b546bf" /></Relationships>
</file>

<file path=ppt/customXML/_rels/item25.xml.rels>&#65279;<?xml version="1.0" encoding="utf-8"?><Relationships xmlns="http://schemas.openxmlformats.org/package/2006/relationships"><Relationship Type="http://schemas.openxmlformats.org/officeDocument/2006/relationships/customXmlProps" Target="/ppt/customXML/itemProps25.xml" Id="Rbdc4aa25e8f94914" /></Relationships>
</file>

<file path=ppt/customXML/_rels/item26.xml.rels>&#65279;<?xml version="1.0" encoding="utf-8"?><Relationships xmlns="http://schemas.openxmlformats.org/package/2006/relationships"><Relationship Type="http://schemas.openxmlformats.org/officeDocument/2006/relationships/customXmlProps" Target="/ppt/customXML/itemProps26.xml" Id="Rf5847526549c4d57" /></Relationships>
</file>

<file path=ppt/customXML/item24.xml><?xml version="1.0" encoding="utf-8"?>
<ContentId CID="S000473"/>
</file>

<file path=ppt/customXML/item25.xml><?xml version="1.0" encoding="utf-8"?>
<ContentId CID="S000474"/>
</file>

<file path=ppt/customXML/item26.xml><?xml version="1.0" encoding="utf-8"?>
<ContentId CID="S000475"/>
</file>

<file path=ppt/customXML/itemProps24.xml><?xml version="1.0" encoding="utf-8"?>
<ds:datastoreItem xmlns:ds="http://schemas.openxmlformats.org/officeDocument/2006/customXml" ds:itemID="{9F382538-0B97-4A34-9FBF-98A5C3EC37F4}">
  <ds:schemaRefs/>
</ds:datastoreItem>
</file>

<file path=ppt/customXML/itemProps25.xml><?xml version="1.0" encoding="utf-8"?>
<ds:datastoreItem xmlns:ds="http://schemas.openxmlformats.org/officeDocument/2006/customXml" ds:itemID="{D831FFCA-342A-4FFB-9153-4858AFCEB0F8}">
  <ds:schemaRefs/>
</ds:datastoreItem>
</file>

<file path=ppt/customXML/itemProps26.xml><?xml version="1.0" encoding="utf-8"?>
<ds:datastoreItem xmlns:ds="http://schemas.openxmlformats.org/officeDocument/2006/customXml" ds:itemID="{6AF41B11-F526-4FF2-BA5A-E68CD9C80D7A}">
  <ds:schemaRefs/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0B80D-AF98-436D-BEEC-5712ACEC1A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D45F1-F472-4C78-9617-2CBCD948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59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DCA1-434C-559B-6218-3EC7BFBB2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727AF-2343-4107-57EF-8CF765A3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13AF3-8A85-8E23-64B4-AB0CE0E2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E7A67-714D-A893-09DE-76568E872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AAE04-8695-C763-DF0F-7B5501DF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29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D237-2D02-1171-02DA-3D0EB147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4B88C-318F-98EE-13E2-37436EF2F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D4733-02A1-0462-3A7D-393BDBA8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A480F-E06B-9454-277B-A9617EF7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31A0A-C267-45CC-44B0-19786796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95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D56E-677F-EAEF-E8E7-51FDB00C1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0EF9A-67EC-0EC6-D198-A8FB0316C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CDF5-DED0-6B7F-0FC2-06EF3E31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6C74-DE55-E485-AADF-F6294C92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476EB-2488-2C87-9FFF-21E79A34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1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889D-8350-486A-6638-792120C37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EBC3D-FBB6-514F-D3D2-52AB0CDC9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40E49-F5A8-5679-B863-DD80C6AA6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F2DBE-53C4-C0BA-23C0-59F75F27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EDB6A-B092-A431-80E3-D9AD6736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D378B-EB7E-6713-CD41-C5192652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3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714F3-8608-8266-3274-8DEB0B72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2CC83-B86E-BFB8-22A5-C5D1D1131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E13FA-596C-9146-2217-842672653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2B7F8-4292-AD8F-B133-21832D03B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AAC0D3-D162-7A88-6344-424F28FFB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39DEF-AEB1-0ACA-CF15-0F600BB11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38AB08-E26D-53F3-E8EB-20E19A58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48C18-F07D-FA0F-1FE0-4A945C01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4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053C6-721C-F62C-851C-344846B5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C9484-F2AA-1C5D-3C37-429049FA2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F76AF-DBA2-FC92-44A3-810E77C5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E5212-49B3-3739-1717-FDD8F54D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FCA5B2-D7B7-0248-02E4-B69EF4CF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CD130-4DA1-F312-1AA2-B81213AB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9EBDE-8C92-6F9A-BB40-5C3822A4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8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8878-E6D9-854A-14D5-4E8AA789D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5221A-E6AB-014C-D268-AD2B41A5A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3B0FF-0974-AE20-C00A-71BD701A7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39C9C-24DD-0ED9-DEA8-68E88D87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DA882-B702-A504-49A1-F9904AF99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B3CB5-4D6B-63FF-5AB8-1AA19556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7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277C-1374-5CB7-1213-E8DA7BD7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E722A1-E0F1-5C73-BF04-84BBDC823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0F91C-B082-166A-C560-6E4E8EC91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F544A-46D1-5168-E166-EA123415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C0120-FBDD-D770-8BCC-AB0E879C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E473E-7049-8925-F480-283CABA4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83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84D9-7DE9-8B07-68BD-9E667FDE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9CF7E-447C-2891-F86D-79E43D037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53971-96A5-BCC1-CEBA-246D13149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F8172-1206-61D7-4B72-D3DC5A97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D6C93-F9F6-FC96-477C-597C16FE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0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AF291-DF08-3601-4C55-0FE92E40E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8343C-88CF-262D-2618-202AAFD24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822E8-B496-DBB2-4082-02CC24458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20D2D-D650-F445-995B-598E46E8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13833-96B3-C66D-C3AC-A4B84E65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D543E-6A20-FA3A-AF86-9D608C3B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53475-849B-38DC-4E6A-B7E234C84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D1E89-7A0B-0FCC-5C0D-620DB6B17F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F74F-5298-3F27-DC2E-5517341C6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96F9E-C8C4-882B-5106-F5283F219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5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Id3" /><Relationship Type="http://schemas.openxmlformats.org/officeDocument/2006/relationships/customXml" Target="../../customXml/item21.xml" Id="rId2" /><Relationship Type="http://schemas.openxmlformats.org/officeDocument/2006/relationships/notesSlide" Target="../notesSlides/notesSlide1.xml" Id="rId4" /><Relationship Type="http://schemas.openxmlformats.org/officeDocument/2006/relationships/customXml" Target="/ppt/customXML/item24.xml" Id="Rd0d99dc1874c45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2.xml" Id="rId3" /><Relationship Type="http://schemas.openxmlformats.org/officeDocument/2006/relationships/customXml" Target="../../customXml/item22.xml" Id="rId2" /><Relationship Type="http://schemas.openxmlformats.org/officeDocument/2006/relationships/image" Target="../media/image1.png" Id="rId5" /><Relationship Type="http://schemas.openxmlformats.org/officeDocument/2006/relationships/notesSlide" Target="../notesSlides/notesSlide2.xml" Id="rId4" /><Relationship Type="http://schemas.openxmlformats.org/officeDocument/2006/relationships/customXml" Target="/ppt/customXML/item25.xml" Id="Ra24ee1f6202f41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../notesSlides/notesSlide3.xml" Id="rId3" /><Relationship Type="http://schemas.openxmlformats.org/officeDocument/2006/relationships/slideLayout" Target="../slideLayouts/slideLayout2.xml" Id="rId2" /><Relationship Type="http://schemas.openxmlformats.org/officeDocument/2006/relationships/customXml" Target="/ppt/customXML/item26.xml" Id="Rc25a623175f34f74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528ec004-4793-428b-b1a9-3b3cec58926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7A016-B868-F3AA-F574-29BF01439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96592-0B9E-2E6D-8CD4-5186FF533455}"/>
              </a:ext>
            </a:extLst>
          </p:cNvPr>
          <p:cNvSpPr>
            <a:spLocks noGrp="1"/>
          </p:cNvSpPr>
          <p:nvPr>
            <p:ph type="subTitle" idx="1"/>
            <p:custDataLst>
              <p:custData r:id="rId2"/>
            </p:custDataLst>
          </p:nvPr>
        </p:nvSpPr>
        <p:spPr/>
        <p:txBody>
          <a:bodyPr/>
          <a:lstStyle/>
          <a:p>
            <a:r>
              <a:rPr lang="en-US"/>
              <a:t>[[AD_HOC:a]][[AD_HOC:b]][[AD_HOC:c]]</a:t>
            </a:r>
            <a:endParaRPr lang="en-US" dirty="0"/>
          </a:p>
        </p:txBody>
      </p:sp>
    </p:spTree>
    <p:custDataLst>
      <p:custData r:id="Rd0d99dc1874c45d0"/>
    </p:custDataLst>
    <p:extLst>
      <p:ext uri="{BB962C8B-B14F-4D97-AF65-F5344CB8AC3E}">
        <p14:creationId xmlns:p14="http://schemas.microsoft.com/office/powerpoint/2010/main" val="568986228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custData r:id="Ra24ee1f6202f41d1"/>
      <p:custData r:id="rId2"/>
    </p:custDataLst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b768f89d-ce5c-4167-8955-cffbbadf885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ABE0-0A27-F1B0-7039-CFDF824B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B5705-02C6-3C16-EBA5-99D3D36AE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custData r:id="Rc25a623175f34f74"/>
    </p:custDataLst>
    <p:extLst>
      <p:ext uri="{BB962C8B-B14F-4D97-AF65-F5344CB8AC3E}">
        <p14:creationId xmlns:p14="http://schemas.microsoft.com/office/powerpoint/2010/main" val="1189023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27.xml.rels>&#65279;<?xml version="1.0" encoding="utf-8"?><Relationships xmlns="http://schemas.openxmlformats.org/package/2006/relationships"><Relationship Type="http://schemas.openxmlformats.org/officeDocument/2006/relationships/customXmlProps" Target="/customXML/itemProps27.xml" Id="R31f4bf217b574198" /></Relationships>
</file>

<file path=customXML/_rels/item28.xml.rels>&#65279;<?xml version="1.0" encoding="utf-8"?><Relationships xmlns="http://schemas.openxmlformats.org/package/2006/relationships"><Relationship Type="http://schemas.openxmlformats.org/officeDocument/2006/relationships/customXmlProps" Target="/customXML/itemProps28.xml" Id="R8bda4134066f4323" /></Relationships>
</file>

<file path=customXML/item27.xml><?xml version="1.0" encoding="utf-8"?>
<TemplateEditing>
  <RootElementId>08410b41-b695-4515-98e2-04af905d8138</RootElementId>
  <TenantOrigin>livedocdemo</TenantOrigin>
  <CID>D001778</CID>
</TemplateEditing>
</file>

<file path=customXML/item28.xml><?xml version="1.0" encoding="utf-8"?>
<Presentation UniqueId="08410b41-b695-4515-98e2-04af905d8138" MajorVersion="1" MinorVersion="0" CID="D001731"/>
</file>

<file path=customXML/itemProps27.xml><?xml version="1.0" encoding="utf-8"?>
<ds:datastoreItem xmlns:ds="http://schemas.openxmlformats.org/officeDocument/2006/customXml" ds:itemID="{47AA5C4A-0E8D-4743-A9FF-9BDF074F76DC}">
  <ds:schemaRefs/>
</ds:datastoreItem>
</file>

<file path=customXML/itemProps28.xml><?xml version="1.0" encoding="utf-8"?>
<ds:datastoreItem xmlns:ds="http://schemas.openxmlformats.org/officeDocument/2006/customXml" ds:itemID="{06E0E34E-F6E4-42DA-813F-C5719E40E04D}">
  <ds:schemaRefs/>
</ds:datastoreItem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item1.xml><?xml version="1.0" encoding="utf-8"?>
<ContentId CID="S000460"/>
</file>

<file path=customXml/item2.xml><?xml version="1.0" encoding="utf-8"?>
<ContentId CID="S000463"/>
</file>

<file path=customXml/item3.xml><?xml version="1.0" encoding="utf-8"?>
<ContentId CID="S000461"/>
</file>

<file path=customXml/item6.xml><?xml version="1.0" encoding="utf-8"?>
<VariableListDefinition name="AD_HOC" displayName="AD_HOC" id="5a894746-e3a0-4137-b918-4bd879b08384" isdomainofvalue="False" dataSourceId="d381dde7-4450-440e-994d-fb76c9adc3b4">
  <Variable name="a" type="STRING" dataFieldId="29405c46-3700-496a-a010-4684a6ead478"/>
  <Variable name="b" type="STRING" dataFieldId="d7ca9a71-c96c-49bf-a8e8-00acb6ab3b4a"/>
  <Variable name="c" type="STRING" dataFieldId="c583c312-c7c1-4004-9945-3ea42984a876"/>
</VariableListDefinition>
</file>

<file path=customXml/item7.xml><?xml version="1.0" encoding="utf-8"?>
<VariableList UniqueId="5a894746-e3a0-4137-b918-4bd879b08384" Name="AD_HOC" ContentType="XML" MajorVersion="0" MinorVersion="1" isLocalCopy="False" IsBaseObject="False" DataSourceId="d381dde7-4450-440e-994d-fb76c9adc3b4" DataSourceMajorVersion="0" DataSourceMinorVersion="1"/>
</file>

<file path=customXml/item8.xml><?xml version="1.0" encoding="utf-8"?>
<DataSourceInfo>
  <Id>d381dde7-4450-440e-994d-fb76c9adc3b4</Id>
  <MajorVersion>0</MajorVersion>
  <MinorVersion>1</MinorVersion>
  <DataSourceType>Ad_Hoc</DataSourceType>
  <Name>AD_HOC</Name>
  <Description/>
  <Filter/>
  <DataFields>
    <FieldInfo>
      <Id>29405c46-3700-496a-a010-4684a6ead478</Id>
      <Name>a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/>
      <ValidationMessage/>
    </FieldInfo>
    <FieldInfo>
      <Id>d7ca9a71-c96c-49bf-a8e8-00acb6ab3b4a</Id>
      <Name>b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/>
      <ValidationMessage/>
    </FieldInfo>
    <FieldInfo>
      <Id>c583c312-c7c1-4004-9945-3ea42984a876</Id>
      <Name>c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/>
      <ValidationMessage/>
    </FieldInfo>
  </DataFields>
</DataSourceInfo>
</file>

<file path=customXml/item9.xml><?xml version="1.0" encoding="utf-8"?>
<DataSourceMapping>
  <Id>f0019052-fbd9-4dc9-90bd-329c458523a3</Id>
  <Name>AD_HOC_MAPPING</Name>
  <TargetDataSource>d381dde7-4450-440e-994d-fb76c9adc3b4</TargetDataSource>
  <SourceType>XML File</SourceType>
  <IsReadOnly>false</IsReadOnly>
  <SalesforceOrganizationId>00000000-0000-0000-0000-000000000000</SalesforceOrganizationId>
  <SalesforceOrganizationName/>
  <SalesforceApiVersion/>
  <Properties>
    <Property Name="RecordSeperator" Value="SampleData/DataRecord"/>
  </Properties>
  <RawMappings>
    <RawMapping DataFieldId="29405c46-3700-496a-a010-4684a6ead478" Mapping="DataRecord/a"/>
    <RawMapping DataFieldId="d7ca9a71-c96c-49bf-a8e8-00acb6ab3b4a" Mapping="DataRecord/b"/>
    <RawMapping DataFieldId="c583c312-c7c1-4004-9945-3ea42984a876" Mapping="DataRecord/c"/>
  </RawMappings>
  <DesignTimeProperties/>
</DataSourceMapping>
</file>

<file path=customXml/item10.xml><?xml version="1.0" encoding="utf-8"?>
<SourceDataModel Name="AD_HOC" TargetDataSourceId="d381dde7-4450-440e-994d-fb76c9adc3b4"/>
</file>

<file path=customXml/item11.xml><?xml version="1.0" encoding="utf-8"?>
<VariableListDefinition name="Computed" displayName="Computed" id="955f20fd-fe23-41b8-8bea-6620ef6c296f" isdomainofvalue="False" dataSourceId="69d5bf06-24ee-4c7b-9d82-5307ac2a1590"/>
</file>

<file path=customXml/item12.xml><?xml version="1.0" encoding="utf-8"?>
<VariableList UniqueId="955f20fd-fe23-41b8-8bea-6620ef6c296f" Name="Computed" ContentType="XML" MajorVersion="0" MinorVersion="1" isLocalCopy="False" IsBaseObject="False" DataSourceId="69d5bf06-24ee-4c7b-9d82-5307ac2a1590" DataSourceMajorVersion="0" DataSourceMinorVersion="1"/>
</file>

<file path=customXml/item13.xml><?xml version="1.0" encoding="utf-8"?>
<DataSourceInfo>
  <Id>69d5bf06-24ee-4c7b-9d82-5307ac2a1590</Id>
  <MajorVersion>0</MajorVersion>
  <MinorVersion>1</MinorVersion>
  <DataSourceType>Expression</DataSourceType>
  <Name>Computed</Name>
  <Description/>
  <Filter/>
  <DataFields/>
</DataSourceInfo>
</file>

<file path=customXml/item14.xml><?xml version="1.0" encoding="utf-8"?>
<DataSourceMapping>
  <Id>f602cae3-ca32-4a45-9412-99e267959d13</Id>
  <Name>EXPRESSION_VARIABLE_MAPPING</Name>
  <TargetDataSource>69d5bf06-24ee-4c7b-9d82-5307ac2a1590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15.xml><?xml version="1.0" encoding="utf-8"?>
<VariableListDefinition name="System" displayName="System" id="65b02978-e0d7-4178-bb85-4e1edc04b85f" isdomainofvalue="False" dataSourceId="856e463f-270e-4156-845f-ff23489805dd"/>
</file>

<file path=customXml/item16.xml><?xml version="1.0" encoding="utf-8"?>
<VariableList UniqueId="65b02978-e0d7-4178-bb85-4e1edc04b85f" Name="System" ContentType="XML" MajorVersion="0" MinorVersion="1" isLocalCopy="False" IsBaseObject="False" DataSourceId="856e463f-270e-4156-845f-ff23489805dd" DataSourceMajorVersion="0" DataSourceMinorVersion="1"/>
</file>

<file path=customXml/item17.xml><?xml version="1.0" encoding="utf-8"?>
<DataSourceInfo>
  <Id>856e463f-270e-4156-845f-ff23489805dd</Id>
  <MajorVersion>0</MajorVersion>
  <MinorVersion>1</MinorVersion>
  <DataSourceType>System</DataSourceType>
  <Name>System</Name>
  <Description/>
  <Filter/>
  <DataFields/>
</DataSourceInfo>
</file>

<file path=customXml/item18.xml><?xml version="1.0" encoding="utf-8"?>
<DataSourceMapping>
  <Id>45649a38-675f-4edf-9781-bab8d0ddad48</Id>
  <Name>EXPRESSION_VARIABLE_MAPPING</Name>
  <TargetDataSource>856e463f-270e-4156-845f-ff23489805dd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19.xml><?xml version="1.0" encoding="utf-8"?>
<VariableListCustXmlRels>
  <VariableListCustXmlRel variableListName="AD_HOC">
    <VariableListDefCustXmlId>{8A330932-3A22-4959-8334-B469D5CCFF75}</VariableListDefCustXmlId>
    <LibraryMetadataCustXmlId>{53AE075B-438F-48A8-8023-7C575665EE77}</LibraryMetadataCustXmlId>
    <DataSourceInfoCustXmlId>{A8687331-5684-498F-A400-CB4399A3E2FB}</DataSourceInfoCustXmlId>
    <DataSourceMappingCustXmlId>{5B172D88-80C5-49F7-8EA4-B8E1C777E147}</DataSourceMappingCustXmlId>
    <SdmcCustXmlId>{64DAD723-2C6F-4A5D-9E17-12C43796589A}</SdmcCustXmlId>
  </VariableListCustXmlRel>
  <VariableListCustXmlRel variableListName="Computed">
    <VariableListDefCustXmlId>{3DEE24E0-4358-45A5-B4A1-28A6AF34C320}</VariableListDefCustXmlId>
    <LibraryMetadataCustXmlId>{8CF3802C-ACA7-4585-91AC-DCFE12AEC3C2}</LibraryMetadataCustXmlId>
    <DataSourceInfoCustXmlId>{A8407DB2-8738-4F4A-B109-21DB711482A6}</DataSourceInfoCustXmlId>
    <DataSourceMappingCustXmlId>{D18A2225-D719-40E5-B58C-2CD8D4979A28}</DataSourceMappingCustXmlId>
  </VariableListCustXmlRel>
  <VariableListCustXmlRel variableListName="System">
    <VariableListDefCustXmlId>{EA7913F5-435E-4B4B-BA9A-3FA3E946924A}</VariableListDefCustXmlId>
    <LibraryMetadataCustXmlId>{03B713B8-EFFE-421E-B179-D3062630FB7E}</LibraryMetadataCustXmlId>
    <DataSourceInfoCustXmlId>{0B57AAFE-48A5-4B56-B610-E4EDAE20E80A}</DataSourceInfoCustXmlId>
    <DataSourceMappingCustXmlId>{E50F349A-22F9-4EB6-8002-5F4C4A6B1DB7}</DataSourceMappingCustXmlId>
  </VariableListCustXmlRel>
</VariableListCustXmlRels>
</file>

<file path=customXml/item20.xml><?xml version="1.0" encoding="utf-8"?>
<AllExternalAdhocVariableMappings/>
</file>

<file path=customXml/item21.xml><?xml version="1.0" encoding="utf-8"?>
<pd:PersonalizationDefinition xmlns:pd="Strauss.PersonalizationDefinition" name="">
  <pd:DataReferenceList>
    <pd:DataReference datasourceID="d381dde7-4450-440e-994d-fb76c9adc3b4" dataFieldID="29405c46-3700-496a-a010-4684a6ead478" variableListUniqueId="5a894746-e3a0-4137-b918-4bd879b08384"/>
    <pd:DataReference datasourceID="d381dde7-4450-440e-994d-fb76c9adc3b4" dataFieldID="d7ca9a71-c96c-49bf-a8e8-00acb6ab3b4a" variableListUniqueId="5a894746-e3a0-4137-b918-4bd879b08384"/>
    <pd:DataReference datasourceID="d381dde7-4450-440e-994d-fb76c9adc3b4" dataFieldID="c583c312-c7c1-4004-9945-3ea42984a876" variableListUniqueId="5a894746-e3a0-4137-b918-4bd879b08384"/>
  </pd:DataReferenceList>
  <pd:VariableReplacementDescriptor name="" desc="" uid="">
    <pd:DataReferenceList>
      <pd:DataReference datasourceID="d381dde7-4450-440e-994d-fb76c9adc3b4" dataFieldID="29405c46-3700-496a-a010-4684a6ead478" variableListUniqueId="5a894746-e3a0-4137-b918-4bd879b08384"/>
      <pd:DataReference datasourceID="d381dde7-4450-440e-994d-fb76c9adc3b4" dataFieldID="d7ca9a71-c96c-49bf-a8e8-00acb6ab3b4a" variableListUniqueId="5a894746-e3a0-4137-b918-4bd879b08384"/>
      <pd:DataReference datasourceID="d381dde7-4450-440e-994d-fb76c9adc3b4" dataFieldID="c583c312-c7c1-4004-9945-3ea42984a876" variableListUniqueId="5a894746-e3a0-4137-b918-4bd879b08384"/>
    </pd:DataReferenceList>
  </pd:VariableReplacementDescriptor>
</pd:PersonalizationDefinition>
</file>

<file path=customXml/item22.xml><?xml version="1.0" encoding="utf-8"?>
<pd:PersonalizationDefinition xmlns:pd="Strauss.PersonalizationDefinition" name="">
  <pd:DataReferenceList/>
  <pd:ExternalContentPD name="sp3" desc="" uid="116d3a98-44ec-466a-8329-9269bdb9be1b" provider="" control="" hasDefault="False" canManualUpload="True" allowPartialPdf="False" OverlayForPage="0" IsFitPDF="True" IsAdvancedMode="False" SamplePDFName="" ExternalContentType="ExternalSlides" AllowPDF="True" AllowPptx="True" IncludeStandardPPTX="True" IncludeLiveDoc="True" canSelectFromLibrary="True" isFromExternal="False" SlideFitPattern="AlignTopLeft" IncludePlaceholder="False">
    <pd:DataReferenceList/>
    <pd:ExternalContentQuery queryType="PullFromLibrary" queryFolderId="f7ce9d19-4991-4c97-aa91-afed21ff1b1b" rel="&amp;&amp;">
      <pd:QueryItem propertyId="" propertyName="ContentName" operator="CT" isvariablebinding="False" propertyType="string" multiValue="False">static</pd:QueryItem>
    </pd:ExternalContentQuery>
  </pd:ExternalContentPD>
</pd:PersonalizationDefinition>
</file>

<file path=customXml/itemProps1.xml><?xml version="1.0" encoding="utf-8"?>
<ds:datastoreItem xmlns:ds="http://schemas.openxmlformats.org/officeDocument/2006/customXml" ds:itemID="{36FB56D6-D86A-4577-98AD-F75060533302}">
  <ds:schemaRefs/>
</ds:datastoreItem>
</file>

<file path=customXml/itemProps2.xml><?xml version="1.0" encoding="utf-8"?>
<ds:datastoreItem xmlns:ds="http://schemas.openxmlformats.org/officeDocument/2006/customXml" ds:itemID="{32D6CBA4-8BA6-4631-A40C-D35D444C49AD}">
  <ds:schemaRefs/>
</ds:datastoreItem>
</file>

<file path=customXml/itemProps3.xml><?xml version="1.0" encoding="utf-8"?>
<ds:datastoreItem xmlns:ds="http://schemas.openxmlformats.org/officeDocument/2006/customXml" ds:itemID="{33D1AB7F-8F7C-4D1F-92EB-128BA9C05B53}">
  <ds:schemaRefs/>
</ds:datastoreItem>
</file>

<file path=customXml/itemProps6.xml><?xml version="1.0" encoding="utf-8"?>
<ds:datastoreItem xmlns:ds="http://schemas.openxmlformats.org/officeDocument/2006/customXml" ds:itemID="{8A330932-3A22-4959-8334-B469D5CCFF75}">
  <ds:schemaRefs/>
</ds:datastoreItem>
</file>

<file path=customXml/itemProps7.xml><?xml version="1.0" encoding="utf-8"?>
<ds:datastoreItem xmlns:ds="http://schemas.openxmlformats.org/officeDocument/2006/customXml" ds:itemID="{53AE075B-438F-48A8-8023-7C575665EE77}">
  <ds:schemaRefs/>
</ds:datastoreItem>
</file>

<file path=customXml/itemProps8.xml><?xml version="1.0" encoding="utf-8"?>
<ds:datastoreItem xmlns:ds="http://schemas.openxmlformats.org/officeDocument/2006/customXml" ds:itemID="{A8687331-5684-498F-A400-CB4399A3E2FB}">
  <ds:schemaRefs/>
</ds:datastoreItem>
</file>

<file path=customXml/itemProps9.xml><?xml version="1.0" encoding="utf-8"?>
<ds:datastoreItem xmlns:ds="http://schemas.openxmlformats.org/officeDocument/2006/customXml" ds:itemID="{5B172D88-80C5-49F7-8EA4-B8E1C777E147}">
  <ds:schemaRefs/>
</ds:datastoreItem>
</file>

<file path=customXml/itemProps10.xml><?xml version="1.0" encoding="utf-8"?>
<ds:datastoreItem xmlns:ds="http://schemas.openxmlformats.org/officeDocument/2006/customXml" ds:itemID="{64DAD723-2C6F-4A5D-9E17-12C43796589A}">
  <ds:schemaRefs/>
</ds:datastoreItem>
</file>

<file path=customXml/itemProps11.xml><?xml version="1.0" encoding="utf-8"?>
<ds:datastoreItem xmlns:ds="http://schemas.openxmlformats.org/officeDocument/2006/customXml" ds:itemID="{3DEE24E0-4358-45A5-B4A1-28A6AF34C320}">
  <ds:schemaRefs/>
</ds:datastoreItem>
</file>

<file path=customXml/itemProps12.xml><?xml version="1.0" encoding="utf-8"?>
<ds:datastoreItem xmlns:ds="http://schemas.openxmlformats.org/officeDocument/2006/customXml" ds:itemID="{8CF3802C-ACA7-4585-91AC-DCFE12AEC3C2}">
  <ds:schemaRefs/>
</ds:datastoreItem>
</file>

<file path=customXml/itemProps13.xml><?xml version="1.0" encoding="utf-8"?>
<ds:datastoreItem xmlns:ds="http://schemas.openxmlformats.org/officeDocument/2006/customXml" ds:itemID="{A8407DB2-8738-4F4A-B109-21DB711482A6}">
  <ds:schemaRefs/>
</ds:datastoreItem>
</file>

<file path=customXml/itemProps14.xml><?xml version="1.0" encoding="utf-8"?>
<ds:datastoreItem xmlns:ds="http://schemas.openxmlformats.org/officeDocument/2006/customXml" ds:itemID="{D18A2225-D719-40E5-B58C-2CD8D4979A28}">
  <ds:schemaRefs/>
</ds:datastoreItem>
</file>

<file path=customXml/itemProps15.xml><?xml version="1.0" encoding="utf-8"?>
<ds:datastoreItem xmlns:ds="http://schemas.openxmlformats.org/officeDocument/2006/customXml" ds:itemID="{EA7913F5-435E-4B4B-BA9A-3FA3E946924A}">
  <ds:schemaRefs/>
</ds:datastoreItem>
</file>

<file path=customXml/itemProps16.xml><?xml version="1.0" encoding="utf-8"?>
<ds:datastoreItem xmlns:ds="http://schemas.openxmlformats.org/officeDocument/2006/customXml" ds:itemID="{03B713B8-EFFE-421E-B179-D3062630FB7E}">
  <ds:schemaRefs/>
</ds:datastoreItem>
</file>

<file path=customXml/itemProps17.xml><?xml version="1.0" encoding="utf-8"?>
<ds:datastoreItem xmlns:ds="http://schemas.openxmlformats.org/officeDocument/2006/customXml" ds:itemID="{0B57AAFE-48A5-4B56-B610-E4EDAE20E80A}">
  <ds:schemaRefs/>
</ds:datastoreItem>
</file>

<file path=customXml/itemProps18.xml><?xml version="1.0" encoding="utf-8"?>
<ds:datastoreItem xmlns:ds="http://schemas.openxmlformats.org/officeDocument/2006/customXml" ds:itemID="{E50F349A-22F9-4EB6-8002-5F4C4A6B1DB7}">
  <ds:schemaRefs/>
</ds:datastoreItem>
</file>

<file path=customXml/itemProps19.xml><?xml version="1.0" encoding="utf-8"?>
<ds:datastoreItem xmlns:ds="http://schemas.openxmlformats.org/officeDocument/2006/customXml" ds:itemID="{F7AA0A17-E4FD-4663-BC01-AD7340CC70FE}">
  <ds:schemaRefs/>
</ds:datastoreItem>
</file>

<file path=customXml/itemProps20.xml><?xml version="1.0" encoding="utf-8"?>
<ds:datastoreItem xmlns:ds="http://schemas.openxmlformats.org/officeDocument/2006/customXml" ds:itemID="{7883FAAD-CAFB-4808-930B-38A14F7AAADB}">
  <ds:schemaRefs/>
</ds:datastoreItem>
</file>

<file path=customXml/itemProps21.xml><?xml version="1.0" encoding="utf-8"?>
<ds:datastoreItem xmlns:ds="http://schemas.openxmlformats.org/officeDocument/2006/customXml" ds:itemID="{7658214E-88A2-4B45-8888-8D0929B7E7A0}">
  <ds:schemaRefs>
    <ds:schemaRef ds:uri="Strauss.PersonalizationDefinition"/>
  </ds:schemaRefs>
</ds:datastoreItem>
</file>

<file path=customXml/itemProps22.xml><?xml version="1.0" encoding="utf-8"?>
<ds:datastoreItem xmlns:ds="http://schemas.openxmlformats.org/officeDocument/2006/customXml" ds:itemID="{E5788FBB-339D-4F7E-A382-76E2000340C9}">
  <ds:schemaRefs>
    <ds:schemaRef ds:uri="Strauss.PersonalizationDefini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1</vt:lpstr>
      <vt:lpstr>PowerPoint Presentation</vt:lpstr>
      <vt:lpstr>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Han</dc:creator>
  <cp:lastModifiedBy>Andy Han</cp:lastModifiedBy>
  <cp:revision>2</cp:revision>
  <dcterms:created xsi:type="dcterms:W3CDTF">2025-08-14T07:38:59Z</dcterms:created>
  <dcterms:modified xsi:type="dcterms:W3CDTF">2025-09-10T06:59:43Z</dcterms:modified>
</cp:coreProperties>
</file>