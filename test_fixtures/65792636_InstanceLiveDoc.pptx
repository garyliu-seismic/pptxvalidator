
<file path=[Content_Types].xml><?xml version="1.0" encoding="utf-8"?>
<Types xmlns="http://schemas.openxmlformats.org/package/2006/content-types">
  <Default Extension="xml" ContentType="application/vnd.openxmlformats-officedocument.extended-properties+xml"/>
  <Default Extension="bin" ContentType="image/jpeg"/>
  <Default Extension="rels" ContentType="application/vnd.openxmlformats-package.relationshi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notesMasters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media/image.bin" ContentType="image/png"/>
  <Override PartName="/ppt/media/image2.bin" ContentType="image/png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3.xml" ContentType="application/vnd.openxmlformats-officedocument.presentationml.slideLayout+xml"/>
  <Override PartName="/ppt/media/image3.bin" ContentType="image/png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media/image4.bin" ContentType="image/png"/>
  <Override PartName="/ppt/media/image5.bin" ContentType="image/png"/>
  <Override PartName="/ppt/media/image6.bin" ContentType="image/png"/>
  <Override PartName="/ppt/media/image7.bin" ContentType="image/png"/>
  <Override PartName="/ppt/slides/tags/tag1.xml" ContentType="application/vnd.openxmlformats-officedocument.presentationml.tags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media/image8.bin" ContentType="image/png"/>
  <Override PartName="/ppt/media/image9.bin" ContentType="image/svg+xml"/>
  <Override PartName="/ppt/media/image10.bin" ContentType="image/png"/>
  <Override PartName="/ppt/media/image11.bin" ContentType="image/svg+xml"/>
  <Override PartName="/ppt/media/image12.bin" ContentType="image/png"/>
  <Override PartName="/ppt/media/image13.bin" ContentType="image/svg+xml"/>
  <Override PartName="/ppt/slides/tags/tag2.xml" ContentType="application/vnd.openxmlformats-officedocument.presentationml.tags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tags/tag3.xml" ContentType="application/vnd.openxmlformats-officedocument.presentationml.tags+xml"/>
</Types>
</file>

<file path=_rels/.rels>&#65279;<?xml version="1.0" encoding="utf-8"?><Relationships xmlns="http://schemas.openxmlformats.org/package/2006/relationships"><Relationship Type="http://schemas.openxmlformats.org/officeDocument/2006/relationships/extended-properties" Target="/docProps/app.xml" Id="R6ee478c4348e4be5" /><Relationship Type="http://schemas.openxmlformats.org/package/2006/relationships/metadata/core-properties" Target="/docProps/core.xml" Id="Rf219f4c41fee450c" /><Relationship Type="http://schemas.openxmlformats.org/package/2006/relationships/metadata/thumbnail" Target="/docProps/thumbnail.bin" Id="rId2" /><Relationship Type="http://schemas.openxmlformats.org/officeDocument/2006/relationships/officeDocument" Target="/ppt/presentation.xml" Id="Rd7cbd6d701484e0b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43338add8f4a4f33"/>
    <p:sldMasterId id="2147483651" r:id="Rf3ac8c9fb9d94957"/>
    <p:sldMasterId id="2147483654" r:id="Rca457b2901054b80"/>
  </p:sldMasterIdLst>
  <p:notesMasterIdLst>
    <p:notesMasterId r:id="Rd355586db3314662"/>
  </p:notesMasterIdLst>
  <p:sldIdLst>
    <p:sldId id="256" r:id="R74450335ae7f42c9"/>
    <p:sldId id="262" r:id="R25246247a0a74eec"/>
    <p:sldId id="263" r:id="R27be8373979c4fe7"/>
    <p:sldId id="265" r:id="Re2626642628a49ea"/>
    <p:sldId id="266" r:id="R9a677549d36147b4"/>
    <p:sldId id="267" r:id="Re7894687ae5f4e9d"/>
    <p:sldId id="268" r:id="R605e038357404c5b"/>
  </p:sldIdLst>
  <p:sldSz cx="12192000" cy="6858000"/>
  <p:notesSz cx="6858000" cy="9144000"/>
  <p:custDataLst>
    <p:tags r:id="R6b3df5be58f44aea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27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654144ac2b9345c6" /><Relationship Type="http://schemas.openxmlformats.org/officeDocument/2006/relationships/tableStyles" Target="/ppt/tableStyles.xml" Id="Rd8506672bc144840" /><Relationship Type="http://schemas.openxmlformats.org/officeDocument/2006/relationships/viewProps" Target="/ppt/viewProps.xml" Id="Rf29d9e871f944a87" /><Relationship Type="http://schemas.openxmlformats.org/officeDocument/2006/relationships/notesMaster" Target="/ppt/notesMasters/notesMaster1.xml" Id="Rd355586db3314662" /><Relationship Type="http://schemas.openxmlformats.org/officeDocument/2006/relationships/slideMaster" Target="/ppt/slideMasters/slideMaster1.xml" Id="R43338add8f4a4f33" /><Relationship Type="http://schemas.openxmlformats.org/officeDocument/2006/relationships/theme" Target="/ppt/slideMasters/theme/theme2.xml" Id="R4e77a129d5694651" /><Relationship Type="http://schemas.openxmlformats.org/officeDocument/2006/relationships/slide" Target="/ppt/slides/slide1.xml" Id="R74450335ae7f42c9" /><Relationship Type="http://schemas.openxmlformats.org/officeDocument/2006/relationships/slideMaster" Target="/ppt/slideMasters/slideMaster2.xml" Id="Rf3ac8c9fb9d94957" /><Relationship Type="http://schemas.openxmlformats.org/officeDocument/2006/relationships/slide" Target="/ppt/slides/slide2.xml" Id="R25246247a0a74eec" /><Relationship Type="http://schemas.openxmlformats.org/officeDocument/2006/relationships/slide" Target="/ppt/slides/slide3.xml" Id="R27be8373979c4fe7" /><Relationship Type="http://schemas.openxmlformats.org/officeDocument/2006/relationships/slideMaster" Target="/ppt/slideMasters/slideMaster3.xml" Id="Rca457b2901054b80" /><Relationship Type="http://schemas.openxmlformats.org/officeDocument/2006/relationships/slide" Target="/ppt/slides/slide4.xml" Id="Re2626642628a49ea" /><Relationship Type="http://schemas.openxmlformats.org/officeDocument/2006/relationships/slide" Target="/ppt/slides/slide5.xml" Id="R9a677549d36147b4" /><Relationship Type="http://schemas.openxmlformats.org/officeDocument/2006/relationships/slide" Target="/ppt/slides/slide6.xml" Id="Re7894687ae5f4e9d" /><Relationship Type="http://schemas.openxmlformats.org/officeDocument/2006/relationships/slide" Target="/ppt/slides/slide7.xml" Id="R605e038357404c5b" /><Relationship Type="http://schemas.openxmlformats.org/officeDocument/2006/relationships/tags" Target="/ppt/tags/tag3.xml" Id="R6b3df5be58f44a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.xml" Id="Ra0f5d27aae6148b0" /></Relationships>
</file>

<file path=ppt/notesMasters/notesMaster1.xml><?xml version="1.0" encoding="utf-8"?>
<p:notes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61CE17-9C4A-4238-9F05-CAAB15B2F88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B0F92D-AF3D-4FDD-9E03-26EE7F95BC55}" type="slidenum">
              <a:rPr lang="en-US" smtClean="0"/>
              <a:t>‹#›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218482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355586db3314662" /><Relationship Type="http://schemas.openxmlformats.org/officeDocument/2006/relationships/slide" Target="/ppt/slides/slide1.xml" Id="R74450335ae7f42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355586db3314662" /><Relationship Type="http://schemas.openxmlformats.org/officeDocument/2006/relationships/slide" Target="/ppt/slides/slide2.xml" Id="R25246247a0a74e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355586db3314662" /><Relationship Type="http://schemas.openxmlformats.org/officeDocument/2006/relationships/slide" Target="/ppt/slides/slide3.xml" Id="R27be8373979c4f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355586db3314662" /><Relationship Type="http://schemas.openxmlformats.org/officeDocument/2006/relationships/slide" Target="/ppt/slides/slide4.xml" Id="Re2626642628a49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355586db3314662" /><Relationship Type="http://schemas.openxmlformats.org/officeDocument/2006/relationships/slide" Target="/ppt/slides/slide5.xml" Id="R9a677549d36147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355586db3314662" /><Relationship Type="http://schemas.openxmlformats.org/officeDocument/2006/relationships/slide" Target="/ppt/slides/slide6.xml" Id="Re7894687ae5f4e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355586db3314662" /><Relationship Type="http://schemas.openxmlformats.org/officeDocument/2006/relationships/slide" Target="/ppt/slides/slide7.xml" Id="R605e038357404c5b" /></Relationships>
</file>

<file path=ppt/notesSlides/notesSlide1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0F92D-AF3D-4FDD-9E03-26EE7F95BC55}" type="slidenum">
              <a:rPr lang="en-US" smtClean="0"/>
              <a:t>1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2572224347"/>
      </p:ext>
    </p:extLst>
  </p:cSld>
  <p:clrMapOvr>
    <a:masterClrMapping/>
  </p:clrMapOvr>
</p:notes>
</file>

<file path=ppt/notesSlides/notesSlide2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Seismic Storytelling Platform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D9F78A1-A42A-6E44-A51A-DD941F52A24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custDataLst/>
    <p:extLst>
      <p:ext uri="{BB962C8B-B14F-4D97-AF65-F5344CB8AC3E}">
        <p14:creationId xmlns:p14="http://schemas.microsoft.com/office/powerpoint/2010/main" val="4052976856"/>
      </p:ext>
    </p:extLst>
  </p:cSld>
  <p:clrMapOvr>
    <a:masterClrMapping/>
  </p:clrMapOvr>
</p:notes>
</file>

<file path=ppt/notesSlides/notesSlide3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b="0" dirty="0">
              <a:latin typeface="Proxima Nova" panose="020B0604020202020204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24D162-6FAF-4258-BB0F-DEB21AAC9F7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custDataLst/>
    <p:extLst>
      <p:ext uri="{BB962C8B-B14F-4D97-AF65-F5344CB8AC3E}">
        <p14:creationId xmlns:p14="http://schemas.microsoft.com/office/powerpoint/2010/main" val="4147281397"/>
      </p:ext>
    </p:extLst>
  </p:cSld>
  <p:clrMapOvr>
    <a:masterClrMapping/>
  </p:clrMapOvr>
</p:notes>
</file>

<file path=ppt/notesSlides/notesSlide4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06C87B-E4D9-485F-B299-4DB9FCDC0085}" type="slidenum">
              <a:rPr lang="en-US" smtClean="0"/>
              <a:t>1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2729240284"/>
      </p:ext>
    </p:extLst>
  </p:cSld>
  <p:clrMapOvr>
    <a:masterClrMapping/>
  </p:clrMapOvr>
</p:notes>
</file>

<file path=ppt/notesSlides/notesSlide5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06C87B-E4D9-485F-B299-4DB9FCDC0085}" type="slidenum">
              <a:rPr lang="en-US" smtClean="0"/>
              <a:t>2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3304063935"/>
      </p:ext>
    </p:extLst>
  </p:cSld>
  <p:clrMapOvr>
    <a:masterClrMapping/>
  </p:clrMapOvr>
</p:notes>
</file>

<file path=ppt/notesSlides/notesSlide6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06C87B-E4D9-485F-B299-4DB9FCDC0085}" type="slidenum">
              <a:rPr lang="en-US" smtClean="0"/>
              <a:t>3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3575736752"/>
      </p:ext>
    </p:extLst>
  </p:cSld>
  <p:clrMapOvr>
    <a:masterClrMapping/>
  </p:clrMapOvr>
</p:notes>
</file>

<file path=ppt/notesSlides/notesSlide7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06C87B-E4D9-485F-B299-4DB9FCDC0085}" type="slidenum">
              <a:rPr lang="en-US" smtClean="0"/>
              <a:t>4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3893802773"/>
      </p:ext>
    </p:extLst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338add8f4a4f3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338add8f4a4f3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3ac8c9fb9d94957" /><Relationship Type="http://schemas.openxmlformats.org/officeDocument/2006/relationships/image" Target="/ppt/media/image3.bin" Id="rId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3ac8c9fb9d94957" /><Relationship Type="http://schemas.openxmlformats.org/officeDocument/2006/relationships/image" Target="/ppt/media/image3.bin" Id="rId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a457b2901054b80" /><Relationship Type="http://schemas.openxmlformats.org/officeDocument/2006/relationships/image" Target="/ppt/media/image14.bin" Id="rId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a457b2901054b8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a457b2901054b8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a457b2901054b80" /></Relationships>
</file>

<file path=ppt/slideLayouts/slideLayout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EAC20-CB2E-AC7D-1DD4-6E71BA5BEE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EF5652-ACC0-81CD-2C3E-EA2D6D849E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A8E82-EC4E-C7D8-EA9E-85C474573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E8760-878C-4FB4-9BFB-451FC1C45C0F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02185-1E86-E86F-7C22-33F354D42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39537-3B6F-72B5-CB6C-D783B5BDD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89A00-BB92-4D83-A027-BFBB34E0A4BC}" type="slidenum">
              <a:rPr lang="en-US" smtClean="0"/>
              <a:t>‹#›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1018858789"/>
      </p:ext>
    </p:extLst>
  </p:cSld>
  <p:clrMapOvr>
    <a:masterClrMapping/>
  </p:clrMapOvr>
</p:sldLayout>
</file>

<file path=ppt/slideLayouts/slideLayout2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D4212-8019-E216-27D5-26A39B56B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E0CDA-920A-21F2-C40E-63C5DF276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DF22F-EE6E-1C5A-B00E-C4107E0ED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E8760-878C-4FB4-9BFB-451FC1C45C0F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DB040-AF95-8941-594E-5802DE949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26900-7E0E-69E4-F897-D1C6B1DAC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89A00-BB92-4D83-A027-BFBB34E0A4BC}" type="slidenum">
              <a:rPr lang="en-US" smtClean="0"/>
              <a:t>‹#›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1972893129"/>
      </p:ext>
    </p:extLst>
  </p:cSld>
  <p:clrMapOvr>
    <a:masterClrMapping/>
  </p:clrMapOvr>
</p:sldLayout>
</file>

<file path=ppt/slideLayouts/slideLayout3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Only" preserve="1">
  <p:cSld name="Title Align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D0F63-B348-4383-A5E8-B6D516791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914400"/>
            <a:ext cx="8229600" cy="991284"/>
          </a:xfrm>
        </p:spPr>
        <p:txBody>
          <a:bodyPr anchor="t"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Footer Placeholder 5">
            <a:extLst>
              <a:ext uri="{FF2B5EF4-FFF2-40B4-BE49-F238E27FC236}">
                <a16:creationId xmlns:a16="http://schemas.microsoft.com/office/drawing/2014/main" id="{DD045070-5D2A-4A38-B193-A2345F771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7036" y="6489700"/>
            <a:ext cx="4114800" cy="365125"/>
          </a:xfrm>
          <a:prstGeom prst="rect">
            <a:avLst/>
          </a:prstGeom>
        </p:spPr>
        <p:txBody>
          <a:bodyPr anchor="ctr"/>
          <a:lstStyle>
            <a:lvl1pPr algn="l">
              <a:defRPr sz="900" spc="0" baseline="0">
                <a:solidFill>
                  <a:schemeClr val="tx2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/>
              <a:t>© Seismic  |  Confidential</a:t>
            </a:r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D44EF687-3665-4463-A128-ED263CF66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14" y="6489700"/>
            <a:ext cx="365126" cy="365125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chemeClr val="tx2"/>
                </a:solidFill>
                <a:latin typeface="Proxima Nova Lt" panose="02000506030000020004" pitchFamily="2" charset="0"/>
              </a:defRPr>
            </a:lvl1pPr>
          </a:lstStyle>
          <a:p>
            <a:fld id="{FA3B2ADF-D0A9-4E00-9DEE-FF202C610DCC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0" name="Seismic Logo Dawn Dusk" hidden="1">
            <a:extLst>
              <a:ext uri="{FF2B5EF4-FFF2-40B4-BE49-F238E27FC236}">
                <a16:creationId xmlns:a16="http://schemas.microsoft.com/office/drawing/2014/main" id="{D92F8067-C3E6-4835-B40C-7608D0253EA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82848" y="454661"/>
            <a:ext cx="976863" cy="182880"/>
            <a:chOff x="6096000" y="6120483"/>
            <a:chExt cx="1570866" cy="294084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3B4381E-DE1C-4EFF-8045-4C912A51D758}"/>
                </a:ext>
              </a:extLst>
            </p:cNvPr>
            <p:cNvSpPr/>
            <p:nvPr/>
          </p:nvSpPr>
          <p:spPr>
            <a:xfrm>
              <a:off x="6153245" y="6121273"/>
              <a:ext cx="190880" cy="151605"/>
            </a:xfrm>
            <a:custGeom>
              <a:avLst/>
              <a:gdLst>
                <a:gd name="connsiteX0" fmla="*/ 185653 w 190880"/>
                <a:gd name="connsiteY0" fmla="*/ -877 h 151605"/>
                <a:gd name="connsiteX1" fmla="*/ 1439 w 190880"/>
                <a:gd name="connsiteY1" fmla="*/ 36366 h 151605"/>
                <a:gd name="connsiteX2" fmla="*/ -1227 w 190880"/>
                <a:gd name="connsiteY2" fmla="*/ 39604 h 151605"/>
                <a:gd name="connsiteX3" fmla="*/ -1227 w 190880"/>
                <a:gd name="connsiteY3" fmla="*/ 110470 h 151605"/>
                <a:gd name="connsiteX4" fmla="*/ 1439 w 190880"/>
                <a:gd name="connsiteY4" fmla="*/ 113804 h 151605"/>
                <a:gd name="connsiteX5" fmla="*/ 185653 w 190880"/>
                <a:gd name="connsiteY5" fmla="*/ 150570 h 151605"/>
                <a:gd name="connsiteX6" fmla="*/ 189558 w 190880"/>
                <a:gd name="connsiteY6" fmla="*/ 148189 h 151605"/>
                <a:gd name="connsiteX7" fmla="*/ 189653 w 190880"/>
                <a:gd name="connsiteY7" fmla="*/ 147332 h 151605"/>
                <a:gd name="connsiteX8" fmla="*/ 189653 w 190880"/>
                <a:gd name="connsiteY8" fmla="*/ 2361 h 151605"/>
                <a:gd name="connsiteX9" fmla="*/ 186319 w 190880"/>
                <a:gd name="connsiteY9" fmla="*/ -944 h 151605"/>
                <a:gd name="connsiteX10" fmla="*/ 185653 w 190880"/>
                <a:gd name="connsiteY10" fmla="*/ -877 h 151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880" h="151605">
                  <a:moveTo>
                    <a:pt x="185653" y="-877"/>
                  </a:moveTo>
                  <a:lnTo>
                    <a:pt x="1439" y="36366"/>
                  </a:lnTo>
                  <a:cubicBezTo>
                    <a:pt x="-84" y="36642"/>
                    <a:pt x="-1227" y="38013"/>
                    <a:pt x="-1227" y="39604"/>
                  </a:cubicBezTo>
                  <a:lnTo>
                    <a:pt x="-1227" y="110470"/>
                  </a:lnTo>
                  <a:cubicBezTo>
                    <a:pt x="-1227" y="112070"/>
                    <a:pt x="-84" y="113452"/>
                    <a:pt x="1439" y="113804"/>
                  </a:cubicBezTo>
                  <a:lnTo>
                    <a:pt x="185653" y="150570"/>
                  </a:lnTo>
                  <a:cubicBezTo>
                    <a:pt x="187367" y="150989"/>
                    <a:pt x="189177" y="149923"/>
                    <a:pt x="189558" y="148189"/>
                  </a:cubicBezTo>
                  <a:cubicBezTo>
                    <a:pt x="189653" y="147903"/>
                    <a:pt x="189653" y="147617"/>
                    <a:pt x="189653" y="147332"/>
                  </a:cubicBezTo>
                  <a:lnTo>
                    <a:pt x="189653" y="2361"/>
                  </a:lnTo>
                  <a:cubicBezTo>
                    <a:pt x="189653" y="523"/>
                    <a:pt x="188129" y="-963"/>
                    <a:pt x="186319" y="-944"/>
                  </a:cubicBezTo>
                  <a:cubicBezTo>
                    <a:pt x="186033" y="-944"/>
                    <a:pt x="185843" y="-915"/>
                    <a:pt x="185653" y="-877"/>
                  </a:cubicBezTo>
                  <a:close/>
                </a:path>
              </a:pathLst>
            </a:custGeom>
            <a:solidFill>
              <a:srgbClr val="FE5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64BD4B2-428B-4999-9053-44CFE56AE5F3}"/>
                </a:ext>
              </a:extLst>
            </p:cNvPr>
            <p:cNvSpPr/>
            <p:nvPr/>
          </p:nvSpPr>
          <p:spPr>
            <a:xfrm>
              <a:off x="6096000" y="6263310"/>
              <a:ext cx="190880" cy="151257"/>
            </a:xfrm>
            <a:custGeom>
              <a:avLst/>
              <a:gdLst>
                <a:gd name="connsiteX0" fmla="*/ 186987 w 190880"/>
                <a:gd name="connsiteY0" fmla="*/ 35871 h 151257"/>
                <a:gd name="connsiteX1" fmla="*/ 2772 w 190880"/>
                <a:gd name="connsiteY1" fmla="*/ -896 h 151257"/>
                <a:gd name="connsiteX2" fmla="*/ -1227 w 190880"/>
                <a:gd name="connsiteY2" fmla="*/ 1914 h 151257"/>
                <a:gd name="connsiteX3" fmla="*/ -1227 w 190880"/>
                <a:gd name="connsiteY3" fmla="*/ 2438 h 151257"/>
                <a:gd name="connsiteX4" fmla="*/ -1227 w 190880"/>
                <a:gd name="connsiteY4" fmla="*/ 146932 h 151257"/>
                <a:gd name="connsiteX5" fmla="*/ 2202 w 190880"/>
                <a:gd name="connsiteY5" fmla="*/ 150314 h 151257"/>
                <a:gd name="connsiteX6" fmla="*/ 2772 w 190880"/>
                <a:gd name="connsiteY6" fmla="*/ 150266 h 151257"/>
                <a:gd name="connsiteX7" fmla="*/ 186987 w 190880"/>
                <a:gd name="connsiteY7" fmla="*/ 113404 h 151257"/>
                <a:gd name="connsiteX8" fmla="*/ 189653 w 190880"/>
                <a:gd name="connsiteY8" fmla="*/ 110165 h 151257"/>
                <a:gd name="connsiteX9" fmla="*/ 189653 w 190880"/>
                <a:gd name="connsiteY9" fmla="*/ 39109 h 151257"/>
                <a:gd name="connsiteX10" fmla="*/ 186987 w 190880"/>
                <a:gd name="connsiteY10" fmla="*/ 35871 h 151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880" h="151257">
                  <a:moveTo>
                    <a:pt x="186987" y="35871"/>
                  </a:moveTo>
                  <a:lnTo>
                    <a:pt x="2772" y="-896"/>
                  </a:lnTo>
                  <a:cubicBezTo>
                    <a:pt x="868" y="-1210"/>
                    <a:pt x="-847" y="47"/>
                    <a:pt x="-1227" y="1914"/>
                  </a:cubicBezTo>
                  <a:cubicBezTo>
                    <a:pt x="-1227" y="2085"/>
                    <a:pt x="-1227" y="2266"/>
                    <a:pt x="-1227" y="2438"/>
                  </a:cubicBezTo>
                  <a:lnTo>
                    <a:pt x="-1227" y="146932"/>
                  </a:lnTo>
                  <a:cubicBezTo>
                    <a:pt x="-1227" y="148828"/>
                    <a:pt x="391" y="150342"/>
                    <a:pt x="2202" y="150314"/>
                  </a:cubicBezTo>
                  <a:cubicBezTo>
                    <a:pt x="2392" y="150314"/>
                    <a:pt x="2582" y="150294"/>
                    <a:pt x="2772" y="150266"/>
                  </a:cubicBezTo>
                  <a:lnTo>
                    <a:pt x="186987" y="113404"/>
                  </a:lnTo>
                  <a:cubicBezTo>
                    <a:pt x="188510" y="113090"/>
                    <a:pt x="189653" y="111737"/>
                    <a:pt x="189653" y="110165"/>
                  </a:cubicBezTo>
                  <a:lnTo>
                    <a:pt x="189653" y="39109"/>
                  </a:lnTo>
                  <a:cubicBezTo>
                    <a:pt x="189653" y="37537"/>
                    <a:pt x="188510" y="36185"/>
                    <a:pt x="186987" y="35871"/>
                  </a:cubicBezTo>
                  <a:close/>
                </a:path>
              </a:pathLst>
            </a:custGeom>
            <a:solidFill>
              <a:srgbClr val="FE5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65DCD49-01D2-485F-A2B0-FCAB2FE6F506}"/>
                </a:ext>
              </a:extLst>
            </p:cNvPr>
            <p:cNvSpPr/>
            <p:nvPr/>
          </p:nvSpPr>
          <p:spPr>
            <a:xfrm>
              <a:off x="6439662" y="6120769"/>
              <a:ext cx="177736" cy="259460"/>
            </a:xfrm>
            <a:custGeom>
              <a:avLst/>
              <a:gdLst>
                <a:gd name="connsiteX0" fmla="*/ 107929 w 177736"/>
                <a:gd name="connsiteY0" fmla="*/ 105069 h 259460"/>
                <a:gd name="connsiteX1" fmla="*/ 54398 w 177736"/>
                <a:gd name="connsiteY1" fmla="*/ 71065 h 259460"/>
                <a:gd name="connsiteX2" fmla="*/ 86784 w 177736"/>
                <a:gd name="connsiteY2" fmla="*/ 47347 h 259460"/>
                <a:gd name="connsiteX3" fmla="*/ 158126 w 177736"/>
                <a:gd name="connsiteY3" fmla="*/ 68302 h 259460"/>
                <a:gd name="connsiteX4" fmla="*/ 163460 w 177736"/>
                <a:gd name="connsiteY4" fmla="*/ 66798 h 259460"/>
                <a:gd name="connsiteX5" fmla="*/ 163936 w 177736"/>
                <a:gd name="connsiteY5" fmla="*/ 64873 h 259460"/>
                <a:gd name="connsiteX6" fmla="*/ 163936 w 177736"/>
                <a:gd name="connsiteY6" fmla="*/ 19534 h 259460"/>
                <a:gd name="connsiteX7" fmla="*/ 161841 w 177736"/>
                <a:gd name="connsiteY7" fmla="*/ 16010 h 259460"/>
                <a:gd name="connsiteX8" fmla="*/ 87070 w 177736"/>
                <a:gd name="connsiteY8" fmla="*/ -944 h 259460"/>
                <a:gd name="connsiteX9" fmla="*/ -1227 w 177736"/>
                <a:gd name="connsiteY9" fmla="*/ 75256 h 259460"/>
                <a:gd name="connsiteX10" fmla="*/ 64876 w 177736"/>
                <a:gd name="connsiteY10" fmla="*/ 147646 h 259460"/>
                <a:gd name="connsiteX11" fmla="*/ 120787 w 177736"/>
                <a:gd name="connsiteY11" fmla="*/ 183460 h 259460"/>
                <a:gd name="connsiteX12" fmla="*/ 85736 w 177736"/>
                <a:gd name="connsiteY12" fmla="*/ 210225 h 259460"/>
                <a:gd name="connsiteX13" fmla="*/ 11345 w 177736"/>
                <a:gd name="connsiteY13" fmla="*/ 187936 h 259460"/>
                <a:gd name="connsiteX14" fmla="*/ 5916 w 177736"/>
                <a:gd name="connsiteY14" fmla="*/ 189137 h 259460"/>
                <a:gd name="connsiteX15" fmla="*/ 5344 w 177736"/>
                <a:gd name="connsiteY15" fmla="*/ 191175 h 259460"/>
                <a:gd name="connsiteX16" fmla="*/ 5344 w 177736"/>
                <a:gd name="connsiteY16" fmla="*/ 237657 h 259460"/>
                <a:gd name="connsiteX17" fmla="*/ 7536 w 177736"/>
                <a:gd name="connsiteY17" fmla="*/ 241181 h 259460"/>
                <a:gd name="connsiteX18" fmla="*/ 84974 w 177736"/>
                <a:gd name="connsiteY18" fmla="*/ 258517 h 259460"/>
                <a:gd name="connsiteX19" fmla="*/ 176510 w 177736"/>
                <a:gd name="connsiteY19" fmla="*/ 179936 h 259460"/>
                <a:gd name="connsiteX20" fmla="*/ 107929 w 177736"/>
                <a:gd name="connsiteY20" fmla="*/ 105069 h 259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7736" h="259460">
                  <a:moveTo>
                    <a:pt x="107929" y="105069"/>
                  </a:moveTo>
                  <a:cubicBezTo>
                    <a:pt x="77735" y="94972"/>
                    <a:pt x="54398" y="93258"/>
                    <a:pt x="54398" y="71065"/>
                  </a:cubicBezTo>
                  <a:cubicBezTo>
                    <a:pt x="54398" y="54301"/>
                    <a:pt x="68020" y="47347"/>
                    <a:pt x="86784" y="47347"/>
                  </a:cubicBezTo>
                  <a:cubicBezTo>
                    <a:pt x="111930" y="48567"/>
                    <a:pt x="136313" y="55748"/>
                    <a:pt x="158126" y="68302"/>
                  </a:cubicBezTo>
                  <a:cubicBezTo>
                    <a:pt x="160031" y="69350"/>
                    <a:pt x="162413" y="68684"/>
                    <a:pt x="163460" y="66798"/>
                  </a:cubicBezTo>
                  <a:cubicBezTo>
                    <a:pt x="163745" y="66207"/>
                    <a:pt x="163936" y="65550"/>
                    <a:pt x="163936" y="64873"/>
                  </a:cubicBezTo>
                  <a:lnTo>
                    <a:pt x="163936" y="19534"/>
                  </a:lnTo>
                  <a:cubicBezTo>
                    <a:pt x="163936" y="18048"/>
                    <a:pt x="163174" y="16677"/>
                    <a:pt x="161841" y="16010"/>
                  </a:cubicBezTo>
                  <a:cubicBezTo>
                    <a:pt x="138505" y="4895"/>
                    <a:pt x="112977" y="-897"/>
                    <a:pt x="87070" y="-944"/>
                  </a:cubicBezTo>
                  <a:cubicBezTo>
                    <a:pt x="34205" y="-944"/>
                    <a:pt x="-1227" y="28297"/>
                    <a:pt x="-1227" y="75256"/>
                  </a:cubicBezTo>
                  <a:cubicBezTo>
                    <a:pt x="-1227" y="119071"/>
                    <a:pt x="30110" y="136120"/>
                    <a:pt x="64876" y="147646"/>
                  </a:cubicBezTo>
                  <a:cubicBezTo>
                    <a:pt x="97166" y="158028"/>
                    <a:pt x="120787" y="160123"/>
                    <a:pt x="120787" y="183460"/>
                  </a:cubicBezTo>
                  <a:cubicBezTo>
                    <a:pt x="120787" y="202510"/>
                    <a:pt x="105834" y="210225"/>
                    <a:pt x="85736" y="210225"/>
                  </a:cubicBezTo>
                  <a:cubicBezTo>
                    <a:pt x="59447" y="209063"/>
                    <a:pt x="33919" y="201405"/>
                    <a:pt x="11345" y="187936"/>
                  </a:cubicBezTo>
                  <a:cubicBezTo>
                    <a:pt x="9536" y="186774"/>
                    <a:pt x="7155" y="187317"/>
                    <a:pt x="5916" y="189137"/>
                  </a:cubicBezTo>
                  <a:cubicBezTo>
                    <a:pt x="5535" y="189746"/>
                    <a:pt x="5344" y="190451"/>
                    <a:pt x="5344" y="191175"/>
                  </a:cubicBezTo>
                  <a:lnTo>
                    <a:pt x="5344" y="237657"/>
                  </a:lnTo>
                  <a:cubicBezTo>
                    <a:pt x="5344" y="239152"/>
                    <a:pt x="6202" y="240524"/>
                    <a:pt x="7536" y="241181"/>
                  </a:cubicBezTo>
                  <a:cubicBezTo>
                    <a:pt x="31824" y="252430"/>
                    <a:pt x="58209" y="258336"/>
                    <a:pt x="84974" y="258517"/>
                  </a:cubicBezTo>
                  <a:cubicBezTo>
                    <a:pt x="139266" y="258517"/>
                    <a:pt x="176510" y="228989"/>
                    <a:pt x="176510" y="179936"/>
                  </a:cubicBezTo>
                  <a:cubicBezTo>
                    <a:pt x="176128" y="135359"/>
                    <a:pt x="145838" y="117642"/>
                    <a:pt x="107929" y="105069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E5CD759-310F-410D-A631-859070FE10E0}"/>
                </a:ext>
              </a:extLst>
            </p:cNvPr>
            <p:cNvSpPr/>
            <p:nvPr/>
          </p:nvSpPr>
          <p:spPr>
            <a:xfrm>
              <a:off x="6641591" y="6201432"/>
              <a:ext cx="171926" cy="178722"/>
            </a:xfrm>
            <a:custGeom>
              <a:avLst/>
              <a:gdLst>
                <a:gd name="connsiteX0" fmla="*/ 88499 w 171926"/>
                <a:gd name="connsiteY0" fmla="*/ -930 h 178722"/>
                <a:gd name="connsiteX1" fmla="*/ -1227 w 171926"/>
                <a:gd name="connsiteY1" fmla="*/ 85718 h 178722"/>
                <a:gd name="connsiteX2" fmla="*/ -1227 w 171926"/>
                <a:gd name="connsiteY2" fmla="*/ 89081 h 178722"/>
                <a:gd name="connsiteX3" fmla="*/ 95833 w 171926"/>
                <a:gd name="connsiteY3" fmla="*/ 177759 h 178722"/>
                <a:gd name="connsiteX4" fmla="*/ 158889 w 171926"/>
                <a:gd name="connsiteY4" fmla="*/ 163281 h 178722"/>
                <a:gd name="connsiteX5" fmla="*/ 160793 w 171926"/>
                <a:gd name="connsiteY5" fmla="*/ 159947 h 178722"/>
                <a:gd name="connsiteX6" fmla="*/ 160793 w 171926"/>
                <a:gd name="connsiteY6" fmla="*/ 124990 h 178722"/>
                <a:gd name="connsiteX7" fmla="*/ 156889 w 171926"/>
                <a:gd name="connsiteY7" fmla="*/ 121104 h 178722"/>
                <a:gd name="connsiteX8" fmla="*/ 154888 w 171926"/>
                <a:gd name="connsiteY8" fmla="*/ 121656 h 178722"/>
                <a:gd name="connsiteX9" fmla="*/ 102786 w 171926"/>
                <a:gd name="connsiteY9" fmla="*/ 136706 h 178722"/>
                <a:gd name="connsiteX10" fmla="*/ 55161 w 171926"/>
                <a:gd name="connsiteY10" fmla="*/ 107655 h 178722"/>
                <a:gd name="connsiteX11" fmla="*/ 57352 w 171926"/>
                <a:gd name="connsiteY11" fmla="*/ 102587 h 178722"/>
                <a:gd name="connsiteX12" fmla="*/ 58781 w 171926"/>
                <a:gd name="connsiteY12" fmla="*/ 102321 h 178722"/>
                <a:gd name="connsiteX13" fmla="*/ 166223 w 171926"/>
                <a:gd name="connsiteY13" fmla="*/ 102321 h 178722"/>
                <a:gd name="connsiteX14" fmla="*/ 170033 w 171926"/>
                <a:gd name="connsiteY14" fmla="*/ 98796 h 178722"/>
                <a:gd name="connsiteX15" fmla="*/ 170699 w 171926"/>
                <a:gd name="connsiteY15" fmla="*/ 84223 h 178722"/>
                <a:gd name="connsiteX16" fmla="*/ 88499 w 171926"/>
                <a:gd name="connsiteY16" fmla="*/ -930 h 178722"/>
                <a:gd name="connsiteX17" fmla="*/ 117074 w 171926"/>
                <a:gd name="connsiteY17" fmla="*/ 68983 h 178722"/>
                <a:gd name="connsiteX18" fmla="*/ 58304 w 171926"/>
                <a:gd name="connsiteY18" fmla="*/ 68983 h 178722"/>
                <a:gd name="connsiteX19" fmla="*/ 54495 w 171926"/>
                <a:gd name="connsiteY19" fmla="*/ 65030 h 178722"/>
                <a:gd name="connsiteX20" fmla="*/ 54684 w 171926"/>
                <a:gd name="connsiteY20" fmla="*/ 63744 h 178722"/>
                <a:gd name="connsiteX21" fmla="*/ 88308 w 171926"/>
                <a:gd name="connsiteY21" fmla="*/ 39360 h 178722"/>
                <a:gd name="connsiteX22" fmla="*/ 120789 w 171926"/>
                <a:gd name="connsiteY22" fmla="*/ 63935 h 178722"/>
                <a:gd name="connsiteX23" fmla="*/ 118312 w 171926"/>
                <a:gd name="connsiteY23" fmla="*/ 68878 h 178722"/>
                <a:gd name="connsiteX24" fmla="*/ 116217 w 171926"/>
                <a:gd name="connsiteY24" fmla="*/ 68983 h 17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1926" h="178722">
                  <a:moveTo>
                    <a:pt x="88499" y="-930"/>
                  </a:moveTo>
                  <a:cubicBezTo>
                    <a:pt x="39826" y="-1778"/>
                    <a:pt x="-369" y="37007"/>
                    <a:pt x="-1227" y="85718"/>
                  </a:cubicBezTo>
                  <a:cubicBezTo>
                    <a:pt x="-1227" y="86833"/>
                    <a:pt x="-1227" y="87957"/>
                    <a:pt x="-1227" y="89081"/>
                  </a:cubicBezTo>
                  <a:cubicBezTo>
                    <a:pt x="-1227" y="142707"/>
                    <a:pt x="39445" y="177759"/>
                    <a:pt x="95833" y="177759"/>
                  </a:cubicBezTo>
                  <a:cubicBezTo>
                    <a:pt x="117740" y="178130"/>
                    <a:pt x="139362" y="173158"/>
                    <a:pt x="158889" y="163281"/>
                  </a:cubicBezTo>
                  <a:cubicBezTo>
                    <a:pt x="160127" y="162604"/>
                    <a:pt x="160793" y="161328"/>
                    <a:pt x="160793" y="159947"/>
                  </a:cubicBezTo>
                  <a:lnTo>
                    <a:pt x="160793" y="124990"/>
                  </a:lnTo>
                  <a:cubicBezTo>
                    <a:pt x="160793" y="122838"/>
                    <a:pt x="158984" y="121094"/>
                    <a:pt x="156889" y="121104"/>
                  </a:cubicBezTo>
                  <a:cubicBezTo>
                    <a:pt x="156126" y="121104"/>
                    <a:pt x="155460" y="121304"/>
                    <a:pt x="154888" y="121656"/>
                  </a:cubicBezTo>
                  <a:cubicBezTo>
                    <a:pt x="139171" y="131162"/>
                    <a:pt x="121170" y="136354"/>
                    <a:pt x="102786" y="136706"/>
                  </a:cubicBezTo>
                  <a:cubicBezTo>
                    <a:pt x="80307" y="136706"/>
                    <a:pt x="62019" y="127181"/>
                    <a:pt x="55161" y="107655"/>
                  </a:cubicBezTo>
                  <a:cubicBezTo>
                    <a:pt x="54400" y="105645"/>
                    <a:pt x="55352" y="103378"/>
                    <a:pt x="57352" y="102587"/>
                  </a:cubicBezTo>
                  <a:cubicBezTo>
                    <a:pt x="57828" y="102416"/>
                    <a:pt x="58304" y="102321"/>
                    <a:pt x="58781" y="102321"/>
                  </a:cubicBezTo>
                  <a:lnTo>
                    <a:pt x="166223" y="102321"/>
                  </a:lnTo>
                  <a:cubicBezTo>
                    <a:pt x="168223" y="102330"/>
                    <a:pt x="169842" y="100787"/>
                    <a:pt x="170033" y="98796"/>
                  </a:cubicBezTo>
                  <a:cubicBezTo>
                    <a:pt x="170033" y="94415"/>
                    <a:pt x="170699" y="88795"/>
                    <a:pt x="170699" y="84223"/>
                  </a:cubicBezTo>
                  <a:cubicBezTo>
                    <a:pt x="169842" y="26882"/>
                    <a:pt x="130218" y="-930"/>
                    <a:pt x="88499" y="-930"/>
                  </a:cubicBezTo>
                  <a:close/>
                  <a:moveTo>
                    <a:pt x="117074" y="68983"/>
                  </a:moveTo>
                  <a:lnTo>
                    <a:pt x="58304" y="68983"/>
                  </a:lnTo>
                  <a:cubicBezTo>
                    <a:pt x="56113" y="68954"/>
                    <a:pt x="54400" y="67183"/>
                    <a:pt x="54495" y="65030"/>
                  </a:cubicBezTo>
                  <a:cubicBezTo>
                    <a:pt x="54495" y="64592"/>
                    <a:pt x="54495" y="64154"/>
                    <a:pt x="54684" y="63744"/>
                  </a:cubicBezTo>
                  <a:cubicBezTo>
                    <a:pt x="59257" y="49057"/>
                    <a:pt x="72973" y="39132"/>
                    <a:pt x="88308" y="39360"/>
                  </a:cubicBezTo>
                  <a:cubicBezTo>
                    <a:pt x="103548" y="39008"/>
                    <a:pt x="116978" y="49190"/>
                    <a:pt x="120789" y="63935"/>
                  </a:cubicBezTo>
                  <a:cubicBezTo>
                    <a:pt x="121455" y="65983"/>
                    <a:pt x="120407" y="68193"/>
                    <a:pt x="118312" y="68878"/>
                  </a:cubicBezTo>
                  <a:cubicBezTo>
                    <a:pt x="117646" y="69107"/>
                    <a:pt x="116883" y="69145"/>
                    <a:pt x="116217" y="68983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28A6998-BAF2-4AF5-904E-0DEFEE2C97EE}"/>
                </a:ext>
              </a:extLst>
            </p:cNvPr>
            <p:cNvSpPr/>
            <p:nvPr/>
          </p:nvSpPr>
          <p:spPr>
            <a:xfrm>
              <a:off x="6847046" y="6206130"/>
              <a:ext cx="52877" cy="170004"/>
            </a:xfrm>
            <a:custGeom>
              <a:avLst/>
              <a:gdLst>
                <a:gd name="connsiteX0" fmla="*/ 46969 w 52877"/>
                <a:gd name="connsiteY0" fmla="*/ -866 h 170004"/>
                <a:gd name="connsiteX1" fmla="*/ 1916 w 52877"/>
                <a:gd name="connsiteY1" fmla="*/ 8087 h 170004"/>
                <a:gd name="connsiteX2" fmla="*/ -1227 w 52877"/>
                <a:gd name="connsiteY2" fmla="*/ 11898 h 170004"/>
                <a:gd name="connsiteX3" fmla="*/ -1227 w 52877"/>
                <a:gd name="connsiteY3" fmla="*/ 165155 h 170004"/>
                <a:gd name="connsiteX4" fmla="*/ 2678 w 52877"/>
                <a:gd name="connsiteY4" fmla="*/ 169060 h 170004"/>
                <a:gd name="connsiteX5" fmla="*/ 47731 w 52877"/>
                <a:gd name="connsiteY5" fmla="*/ 169060 h 170004"/>
                <a:gd name="connsiteX6" fmla="*/ 51636 w 52877"/>
                <a:gd name="connsiteY6" fmla="*/ 165155 h 170004"/>
                <a:gd name="connsiteX7" fmla="*/ 51636 w 52877"/>
                <a:gd name="connsiteY7" fmla="*/ 3229 h 170004"/>
                <a:gd name="connsiteX8" fmla="*/ 48016 w 52877"/>
                <a:gd name="connsiteY8" fmla="*/ -933 h 170004"/>
                <a:gd name="connsiteX9" fmla="*/ 46969 w 52877"/>
                <a:gd name="connsiteY9" fmla="*/ -866 h 17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877" h="170004">
                  <a:moveTo>
                    <a:pt x="46969" y="-866"/>
                  </a:moveTo>
                  <a:lnTo>
                    <a:pt x="1916" y="8087"/>
                  </a:lnTo>
                  <a:cubicBezTo>
                    <a:pt x="106" y="8478"/>
                    <a:pt x="-1227" y="10059"/>
                    <a:pt x="-1227" y="11898"/>
                  </a:cubicBezTo>
                  <a:lnTo>
                    <a:pt x="-1227" y="165155"/>
                  </a:lnTo>
                  <a:cubicBezTo>
                    <a:pt x="-1227" y="167307"/>
                    <a:pt x="487" y="169060"/>
                    <a:pt x="2678" y="169060"/>
                  </a:cubicBezTo>
                  <a:lnTo>
                    <a:pt x="47731" y="169060"/>
                  </a:lnTo>
                  <a:cubicBezTo>
                    <a:pt x="49922" y="169060"/>
                    <a:pt x="51636" y="167307"/>
                    <a:pt x="51636" y="165155"/>
                  </a:cubicBezTo>
                  <a:lnTo>
                    <a:pt x="51636" y="3229"/>
                  </a:lnTo>
                  <a:cubicBezTo>
                    <a:pt x="51826" y="1077"/>
                    <a:pt x="50113" y="-790"/>
                    <a:pt x="48016" y="-933"/>
                  </a:cubicBezTo>
                  <a:cubicBezTo>
                    <a:pt x="47636" y="-962"/>
                    <a:pt x="47350" y="-933"/>
                    <a:pt x="46969" y="-866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25C913A-2E60-4FFD-B9BF-E2D8A4B1FF3F}"/>
                </a:ext>
              </a:extLst>
            </p:cNvPr>
            <p:cNvSpPr/>
            <p:nvPr/>
          </p:nvSpPr>
          <p:spPr>
            <a:xfrm>
              <a:off x="6933247" y="6201443"/>
              <a:ext cx="149923" cy="179169"/>
            </a:xfrm>
            <a:custGeom>
              <a:avLst/>
              <a:gdLst>
                <a:gd name="connsiteX0" fmla="*/ 96214 w 149923"/>
                <a:gd name="connsiteY0" fmla="*/ 69638 h 179169"/>
                <a:gd name="connsiteX1" fmla="*/ 52398 w 149923"/>
                <a:gd name="connsiteY1" fmla="*/ 51921 h 179169"/>
                <a:gd name="connsiteX2" fmla="*/ 74592 w 149923"/>
                <a:gd name="connsiteY2" fmla="*/ 39730 h 179169"/>
                <a:gd name="connsiteX3" fmla="*/ 133361 w 149923"/>
                <a:gd name="connsiteY3" fmla="*/ 55160 h 179169"/>
                <a:gd name="connsiteX4" fmla="*/ 138600 w 149923"/>
                <a:gd name="connsiteY4" fmla="*/ 53370 h 179169"/>
                <a:gd name="connsiteX5" fmla="*/ 138982 w 149923"/>
                <a:gd name="connsiteY5" fmla="*/ 51636 h 179169"/>
                <a:gd name="connsiteX6" fmla="*/ 138982 w 149923"/>
                <a:gd name="connsiteY6" fmla="*/ 15060 h 179169"/>
                <a:gd name="connsiteX7" fmla="*/ 136696 w 149923"/>
                <a:gd name="connsiteY7" fmla="*/ 11536 h 179169"/>
                <a:gd name="connsiteX8" fmla="*/ 73545 w 149923"/>
                <a:gd name="connsiteY8" fmla="*/ -942 h 179169"/>
                <a:gd name="connsiteX9" fmla="*/ -1227 w 149923"/>
                <a:gd name="connsiteY9" fmla="*/ 56208 h 179169"/>
                <a:gd name="connsiteX10" fmla="*/ 50303 w 149923"/>
                <a:gd name="connsiteY10" fmla="*/ 105928 h 179169"/>
                <a:gd name="connsiteX11" fmla="*/ 95166 w 149923"/>
                <a:gd name="connsiteY11" fmla="*/ 124312 h 179169"/>
                <a:gd name="connsiteX12" fmla="*/ 71830 w 149923"/>
                <a:gd name="connsiteY12" fmla="*/ 137551 h 179169"/>
                <a:gd name="connsiteX13" fmla="*/ 10108 w 149923"/>
                <a:gd name="connsiteY13" fmla="*/ 120882 h 179169"/>
                <a:gd name="connsiteX14" fmla="*/ 4869 w 149923"/>
                <a:gd name="connsiteY14" fmla="*/ 122531 h 179169"/>
                <a:gd name="connsiteX15" fmla="*/ 4393 w 149923"/>
                <a:gd name="connsiteY15" fmla="*/ 124312 h 179169"/>
                <a:gd name="connsiteX16" fmla="*/ 4393 w 149923"/>
                <a:gd name="connsiteY16" fmla="*/ 161554 h 179169"/>
                <a:gd name="connsiteX17" fmla="*/ 6584 w 149923"/>
                <a:gd name="connsiteY17" fmla="*/ 165079 h 179169"/>
                <a:gd name="connsiteX18" fmla="*/ 71830 w 149923"/>
                <a:gd name="connsiteY18" fmla="*/ 178223 h 179169"/>
                <a:gd name="connsiteX19" fmla="*/ 148696 w 149923"/>
                <a:gd name="connsiteY19" fmla="*/ 120216 h 179169"/>
                <a:gd name="connsiteX20" fmla="*/ 96214 w 149923"/>
                <a:gd name="connsiteY20" fmla="*/ 69638 h 179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9923" h="179169">
                  <a:moveTo>
                    <a:pt x="96214" y="69638"/>
                  </a:moveTo>
                  <a:cubicBezTo>
                    <a:pt x="70782" y="63352"/>
                    <a:pt x="52398" y="64399"/>
                    <a:pt x="52398" y="51921"/>
                  </a:cubicBezTo>
                  <a:cubicBezTo>
                    <a:pt x="52398" y="43921"/>
                    <a:pt x="60685" y="39730"/>
                    <a:pt x="74592" y="39730"/>
                  </a:cubicBezTo>
                  <a:cubicBezTo>
                    <a:pt x="95071" y="40597"/>
                    <a:pt x="115074" y="45864"/>
                    <a:pt x="133361" y="55160"/>
                  </a:cubicBezTo>
                  <a:cubicBezTo>
                    <a:pt x="135267" y="56103"/>
                    <a:pt x="137648" y="55303"/>
                    <a:pt x="138600" y="53370"/>
                  </a:cubicBezTo>
                  <a:cubicBezTo>
                    <a:pt x="138886" y="52827"/>
                    <a:pt x="138982" y="52236"/>
                    <a:pt x="138982" y="51636"/>
                  </a:cubicBezTo>
                  <a:lnTo>
                    <a:pt x="138982" y="15060"/>
                  </a:lnTo>
                  <a:cubicBezTo>
                    <a:pt x="138982" y="13536"/>
                    <a:pt x="138124" y="12145"/>
                    <a:pt x="136696" y="11536"/>
                  </a:cubicBezTo>
                  <a:cubicBezTo>
                    <a:pt x="116692" y="3192"/>
                    <a:pt x="95261" y="-1047"/>
                    <a:pt x="73545" y="-942"/>
                  </a:cubicBezTo>
                  <a:cubicBezTo>
                    <a:pt x="31158" y="-942"/>
                    <a:pt x="-846" y="19537"/>
                    <a:pt x="-1227" y="56208"/>
                  </a:cubicBezTo>
                  <a:cubicBezTo>
                    <a:pt x="-1227" y="84783"/>
                    <a:pt x="17823" y="97927"/>
                    <a:pt x="50303" y="105928"/>
                  </a:cubicBezTo>
                  <a:cubicBezTo>
                    <a:pt x="76021" y="112500"/>
                    <a:pt x="95166" y="111167"/>
                    <a:pt x="95166" y="124312"/>
                  </a:cubicBezTo>
                  <a:cubicBezTo>
                    <a:pt x="95166" y="133837"/>
                    <a:pt x="86403" y="137551"/>
                    <a:pt x="71830" y="137551"/>
                  </a:cubicBezTo>
                  <a:cubicBezTo>
                    <a:pt x="50303" y="136694"/>
                    <a:pt x="29158" y="130989"/>
                    <a:pt x="10108" y="120882"/>
                  </a:cubicBezTo>
                  <a:cubicBezTo>
                    <a:pt x="8202" y="119882"/>
                    <a:pt x="5821" y="120625"/>
                    <a:pt x="4869" y="122531"/>
                  </a:cubicBezTo>
                  <a:cubicBezTo>
                    <a:pt x="4584" y="123083"/>
                    <a:pt x="4393" y="123693"/>
                    <a:pt x="4393" y="124312"/>
                  </a:cubicBezTo>
                  <a:lnTo>
                    <a:pt x="4393" y="161554"/>
                  </a:lnTo>
                  <a:cubicBezTo>
                    <a:pt x="4393" y="163050"/>
                    <a:pt x="5250" y="164402"/>
                    <a:pt x="6584" y="165079"/>
                  </a:cubicBezTo>
                  <a:cubicBezTo>
                    <a:pt x="27252" y="173861"/>
                    <a:pt x="49446" y="178338"/>
                    <a:pt x="71830" y="178223"/>
                  </a:cubicBezTo>
                  <a:cubicBezTo>
                    <a:pt x="115645" y="178223"/>
                    <a:pt x="148030" y="157744"/>
                    <a:pt x="148696" y="120216"/>
                  </a:cubicBezTo>
                  <a:cubicBezTo>
                    <a:pt x="148696" y="90117"/>
                    <a:pt x="128885" y="77639"/>
                    <a:pt x="96214" y="6963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59E18AA-F3F4-40C8-9785-D638F6119337}"/>
                </a:ext>
              </a:extLst>
            </p:cNvPr>
            <p:cNvSpPr/>
            <p:nvPr/>
          </p:nvSpPr>
          <p:spPr>
            <a:xfrm>
              <a:off x="7114889" y="6201395"/>
              <a:ext cx="274129" cy="175310"/>
            </a:xfrm>
            <a:custGeom>
              <a:avLst/>
              <a:gdLst>
                <a:gd name="connsiteX0" fmla="*/ 213561 w 274129"/>
                <a:gd name="connsiteY0" fmla="*/ -893 h 175310"/>
                <a:gd name="connsiteX1" fmla="*/ 156411 w 274129"/>
                <a:gd name="connsiteY1" fmla="*/ 20633 h 175310"/>
                <a:gd name="connsiteX2" fmla="*/ 150887 w 274129"/>
                <a:gd name="connsiteY2" fmla="*/ 20043 h 175310"/>
                <a:gd name="connsiteX3" fmla="*/ 150791 w 274129"/>
                <a:gd name="connsiteY3" fmla="*/ 19871 h 175310"/>
                <a:gd name="connsiteX4" fmla="*/ 103166 w 274129"/>
                <a:gd name="connsiteY4" fmla="*/ -893 h 175310"/>
                <a:gd name="connsiteX5" fmla="*/ 51636 w 274129"/>
                <a:gd name="connsiteY5" fmla="*/ 18157 h 175310"/>
                <a:gd name="connsiteX6" fmla="*/ 50970 w 274129"/>
                <a:gd name="connsiteY6" fmla="*/ 18157 h 175310"/>
                <a:gd name="connsiteX7" fmla="*/ 50970 w 274129"/>
                <a:gd name="connsiteY7" fmla="*/ 7679 h 175310"/>
                <a:gd name="connsiteX8" fmla="*/ 47064 w 274129"/>
                <a:gd name="connsiteY8" fmla="*/ 3793 h 175310"/>
                <a:gd name="connsiteX9" fmla="*/ 46302 w 274129"/>
                <a:gd name="connsiteY9" fmla="*/ 3869 h 175310"/>
                <a:gd name="connsiteX10" fmla="*/ 1916 w 274129"/>
                <a:gd name="connsiteY10" fmla="*/ 12727 h 175310"/>
                <a:gd name="connsiteX11" fmla="*/ -1227 w 274129"/>
                <a:gd name="connsiteY11" fmla="*/ 16538 h 175310"/>
                <a:gd name="connsiteX12" fmla="*/ -1227 w 274129"/>
                <a:gd name="connsiteY12" fmla="*/ 170081 h 175310"/>
                <a:gd name="connsiteX13" fmla="*/ 2678 w 274129"/>
                <a:gd name="connsiteY13" fmla="*/ 173986 h 175310"/>
                <a:gd name="connsiteX14" fmla="*/ 47731 w 274129"/>
                <a:gd name="connsiteY14" fmla="*/ 173986 h 175310"/>
                <a:gd name="connsiteX15" fmla="*/ 51636 w 274129"/>
                <a:gd name="connsiteY15" fmla="*/ 170081 h 175310"/>
                <a:gd name="connsiteX16" fmla="*/ 51636 w 274129"/>
                <a:gd name="connsiteY16" fmla="*/ 60448 h 175310"/>
                <a:gd name="connsiteX17" fmla="*/ 53065 w 274129"/>
                <a:gd name="connsiteY17" fmla="*/ 57400 h 175310"/>
                <a:gd name="connsiteX18" fmla="*/ 85069 w 274129"/>
                <a:gd name="connsiteY18" fmla="*/ 44636 h 175310"/>
                <a:gd name="connsiteX19" fmla="*/ 103166 w 274129"/>
                <a:gd name="connsiteY19" fmla="*/ 51970 h 175310"/>
                <a:gd name="connsiteX20" fmla="*/ 109358 w 274129"/>
                <a:gd name="connsiteY20" fmla="*/ 75211 h 175310"/>
                <a:gd name="connsiteX21" fmla="*/ 109358 w 274129"/>
                <a:gd name="connsiteY21" fmla="*/ 170461 h 175310"/>
                <a:gd name="connsiteX22" fmla="*/ 113263 w 274129"/>
                <a:gd name="connsiteY22" fmla="*/ 174367 h 175310"/>
                <a:gd name="connsiteX23" fmla="*/ 158316 w 274129"/>
                <a:gd name="connsiteY23" fmla="*/ 174367 h 175310"/>
                <a:gd name="connsiteX24" fmla="*/ 162222 w 274129"/>
                <a:gd name="connsiteY24" fmla="*/ 170461 h 175310"/>
                <a:gd name="connsiteX25" fmla="*/ 162222 w 274129"/>
                <a:gd name="connsiteY25" fmla="*/ 66544 h 175310"/>
                <a:gd name="connsiteX26" fmla="*/ 162222 w 274129"/>
                <a:gd name="connsiteY26" fmla="*/ 60828 h 175310"/>
                <a:gd name="connsiteX27" fmla="*/ 163555 w 274129"/>
                <a:gd name="connsiteY27" fmla="*/ 57590 h 175310"/>
                <a:gd name="connsiteX28" fmla="*/ 195749 w 274129"/>
                <a:gd name="connsiteY28" fmla="*/ 44636 h 175310"/>
                <a:gd name="connsiteX29" fmla="*/ 213751 w 274129"/>
                <a:gd name="connsiteY29" fmla="*/ 51970 h 175310"/>
                <a:gd name="connsiteX30" fmla="*/ 220038 w 274129"/>
                <a:gd name="connsiteY30" fmla="*/ 75211 h 175310"/>
                <a:gd name="connsiteX31" fmla="*/ 220038 w 274129"/>
                <a:gd name="connsiteY31" fmla="*/ 170461 h 175310"/>
                <a:gd name="connsiteX32" fmla="*/ 223944 w 274129"/>
                <a:gd name="connsiteY32" fmla="*/ 174367 h 175310"/>
                <a:gd name="connsiteX33" fmla="*/ 268997 w 274129"/>
                <a:gd name="connsiteY33" fmla="*/ 174367 h 175310"/>
                <a:gd name="connsiteX34" fmla="*/ 272902 w 274129"/>
                <a:gd name="connsiteY34" fmla="*/ 170461 h 175310"/>
                <a:gd name="connsiteX35" fmla="*/ 272902 w 274129"/>
                <a:gd name="connsiteY35" fmla="*/ 66544 h 175310"/>
                <a:gd name="connsiteX36" fmla="*/ 257281 w 274129"/>
                <a:gd name="connsiteY36" fmla="*/ 16156 h 175310"/>
                <a:gd name="connsiteX37" fmla="*/ 213561 w 274129"/>
                <a:gd name="connsiteY37" fmla="*/ -893 h 17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74129" h="175310">
                  <a:moveTo>
                    <a:pt x="213561" y="-893"/>
                  </a:moveTo>
                  <a:cubicBezTo>
                    <a:pt x="192511" y="-808"/>
                    <a:pt x="172223" y="6831"/>
                    <a:pt x="156411" y="20633"/>
                  </a:cubicBezTo>
                  <a:cubicBezTo>
                    <a:pt x="154697" y="21985"/>
                    <a:pt x="152316" y="21719"/>
                    <a:pt x="150887" y="20043"/>
                  </a:cubicBezTo>
                  <a:cubicBezTo>
                    <a:pt x="150887" y="19986"/>
                    <a:pt x="150791" y="19928"/>
                    <a:pt x="150791" y="19871"/>
                  </a:cubicBezTo>
                  <a:cubicBezTo>
                    <a:pt x="138980" y="6012"/>
                    <a:pt x="121359" y="-1646"/>
                    <a:pt x="103166" y="-893"/>
                  </a:cubicBezTo>
                  <a:cubicBezTo>
                    <a:pt x="84307" y="-893"/>
                    <a:pt x="66019" y="5870"/>
                    <a:pt x="51636" y="18157"/>
                  </a:cubicBezTo>
                  <a:lnTo>
                    <a:pt x="50970" y="18157"/>
                  </a:lnTo>
                  <a:lnTo>
                    <a:pt x="50970" y="7679"/>
                  </a:lnTo>
                  <a:cubicBezTo>
                    <a:pt x="50970" y="5527"/>
                    <a:pt x="49160" y="3784"/>
                    <a:pt x="47064" y="3793"/>
                  </a:cubicBezTo>
                  <a:cubicBezTo>
                    <a:pt x="46779" y="3793"/>
                    <a:pt x="46588" y="3821"/>
                    <a:pt x="46302" y="3869"/>
                  </a:cubicBezTo>
                  <a:lnTo>
                    <a:pt x="1916" y="12727"/>
                  </a:lnTo>
                  <a:cubicBezTo>
                    <a:pt x="106" y="13118"/>
                    <a:pt x="-1227" y="14699"/>
                    <a:pt x="-1227" y="16538"/>
                  </a:cubicBezTo>
                  <a:lnTo>
                    <a:pt x="-1227" y="170081"/>
                  </a:lnTo>
                  <a:cubicBezTo>
                    <a:pt x="-1227" y="172233"/>
                    <a:pt x="487" y="173986"/>
                    <a:pt x="2678" y="173986"/>
                  </a:cubicBezTo>
                  <a:lnTo>
                    <a:pt x="47731" y="173986"/>
                  </a:lnTo>
                  <a:cubicBezTo>
                    <a:pt x="49922" y="173986"/>
                    <a:pt x="51636" y="172233"/>
                    <a:pt x="51636" y="170081"/>
                  </a:cubicBezTo>
                  <a:lnTo>
                    <a:pt x="51636" y="60448"/>
                  </a:lnTo>
                  <a:cubicBezTo>
                    <a:pt x="51636" y="59266"/>
                    <a:pt x="52112" y="58152"/>
                    <a:pt x="53065" y="57400"/>
                  </a:cubicBezTo>
                  <a:cubicBezTo>
                    <a:pt x="62114" y="49808"/>
                    <a:pt x="73258" y="45332"/>
                    <a:pt x="85069" y="44636"/>
                  </a:cubicBezTo>
                  <a:cubicBezTo>
                    <a:pt x="91832" y="44370"/>
                    <a:pt x="98499" y="47036"/>
                    <a:pt x="103166" y="51970"/>
                  </a:cubicBezTo>
                  <a:cubicBezTo>
                    <a:pt x="108120" y="58638"/>
                    <a:pt x="110310" y="66953"/>
                    <a:pt x="109358" y="75211"/>
                  </a:cubicBezTo>
                  <a:lnTo>
                    <a:pt x="109358" y="170461"/>
                  </a:lnTo>
                  <a:cubicBezTo>
                    <a:pt x="109358" y="172614"/>
                    <a:pt x="111073" y="174367"/>
                    <a:pt x="113263" y="174367"/>
                  </a:cubicBezTo>
                  <a:lnTo>
                    <a:pt x="158316" y="174367"/>
                  </a:lnTo>
                  <a:cubicBezTo>
                    <a:pt x="160507" y="174367"/>
                    <a:pt x="162222" y="172614"/>
                    <a:pt x="162222" y="170461"/>
                  </a:cubicBezTo>
                  <a:lnTo>
                    <a:pt x="162222" y="66544"/>
                  </a:lnTo>
                  <a:cubicBezTo>
                    <a:pt x="162222" y="64734"/>
                    <a:pt x="162222" y="62734"/>
                    <a:pt x="162222" y="60828"/>
                  </a:cubicBezTo>
                  <a:cubicBezTo>
                    <a:pt x="162127" y="59600"/>
                    <a:pt x="162602" y="58390"/>
                    <a:pt x="163555" y="57590"/>
                  </a:cubicBezTo>
                  <a:cubicBezTo>
                    <a:pt x="172509" y="49780"/>
                    <a:pt x="183843" y="45217"/>
                    <a:pt x="195749" y="44636"/>
                  </a:cubicBezTo>
                  <a:cubicBezTo>
                    <a:pt x="202513" y="44350"/>
                    <a:pt x="209084" y="47027"/>
                    <a:pt x="213751" y="51970"/>
                  </a:cubicBezTo>
                  <a:cubicBezTo>
                    <a:pt x="218895" y="58543"/>
                    <a:pt x="221181" y="66934"/>
                    <a:pt x="220038" y="75211"/>
                  </a:cubicBezTo>
                  <a:lnTo>
                    <a:pt x="220038" y="170461"/>
                  </a:lnTo>
                  <a:cubicBezTo>
                    <a:pt x="220038" y="172614"/>
                    <a:pt x="221753" y="174367"/>
                    <a:pt x="223944" y="174367"/>
                  </a:cubicBezTo>
                  <a:lnTo>
                    <a:pt x="268997" y="174367"/>
                  </a:lnTo>
                  <a:cubicBezTo>
                    <a:pt x="271187" y="174367"/>
                    <a:pt x="272902" y="172614"/>
                    <a:pt x="272902" y="170461"/>
                  </a:cubicBezTo>
                  <a:lnTo>
                    <a:pt x="272902" y="66544"/>
                  </a:lnTo>
                  <a:cubicBezTo>
                    <a:pt x="272902" y="42160"/>
                    <a:pt x="268045" y="27206"/>
                    <a:pt x="257281" y="16156"/>
                  </a:cubicBezTo>
                  <a:cubicBezTo>
                    <a:pt x="245660" y="4727"/>
                    <a:pt x="229849" y="-1436"/>
                    <a:pt x="213561" y="-893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7820E4A-1DD5-45B3-85F6-0F2477F97A61}"/>
                </a:ext>
              </a:extLst>
            </p:cNvPr>
            <p:cNvSpPr/>
            <p:nvPr/>
          </p:nvSpPr>
          <p:spPr>
            <a:xfrm>
              <a:off x="7515510" y="6201823"/>
              <a:ext cx="151356" cy="178697"/>
            </a:xfrm>
            <a:custGeom>
              <a:avLst/>
              <a:gdLst>
                <a:gd name="connsiteX0" fmla="*/ 144124 w 151356"/>
                <a:gd name="connsiteY0" fmla="*/ 119550 h 178697"/>
                <a:gd name="connsiteX1" fmla="*/ 99928 w 151356"/>
                <a:gd name="connsiteY1" fmla="*/ 132504 h 178697"/>
                <a:gd name="connsiteX2" fmla="*/ 51637 w 151356"/>
                <a:gd name="connsiteY2" fmla="*/ 88022 h 178697"/>
                <a:gd name="connsiteX3" fmla="*/ 95833 w 151356"/>
                <a:gd name="connsiteY3" fmla="*/ 43055 h 178697"/>
                <a:gd name="connsiteX4" fmla="*/ 99262 w 151356"/>
                <a:gd name="connsiteY4" fmla="*/ 43159 h 178697"/>
                <a:gd name="connsiteX5" fmla="*/ 141743 w 151356"/>
                <a:gd name="connsiteY5" fmla="*/ 55637 h 178697"/>
                <a:gd name="connsiteX6" fmla="*/ 147078 w 151356"/>
                <a:gd name="connsiteY6" fmla="*/ 54133 h 178697"/>
                <a:gd name="connsiteX7" fmla="*/ 147553 w 151356"/>
                <a:gd name="connsiteY7" fmla="*/ 52304 h 178697"/>
                <a:gd name="connsiteX8" fmla="*/ 147553 w 151356"/>
                <a:gd name="connsiteY8" fmla="*/ 12965 h 178697"/>
                <a:gd name="connsiteX9" fmla="*/ 145363 w 151356"/>
                <a:gd name="connsiteY9" fmla="*/ 9441 h 178697"/>
                <a:gd name="connsiteX10" fmla="*/ 96785 w 151356"/>
                <a:gd name="connsiteY10" fmla="*/ -941 h 178697"/>
                <a:gd name="connsiteX11" fmla="*/ -1227 w 151356"/>
                <a:gd name="connsiteY11" fmla="*/ 88785 h 178697"/>
                <a:gd name="connsiteX12" fmla="*/ 94023 w 151356"/>
                <a:gd name="connsiteY12" fmla="*/ 177748 h 178697"/>
                <a:gd name="connsiteX13" fmla="*/ 148030 w 151356"/>
                <a:gd name="connsiteY13" fmla="*/ 165365 h 178697"/>
                <a:gd name="connsiteX14" fmla="*/ 150125 w 151356"/>
                <a:gd name="connsiteY14" fmla="*/ 161936 h 178697"/>
                <a:gd name="connsiteX15" fmla="*/ 150125 w 151356"/>
                <a:gd name="connsiteY15" fmla="*/ 122979 h 178697"/>
                <a:gd name="connsiteX16" fmla="*/ 146315 w 151356"/>
                <a:gd name="connsiteY16" fmla="*/ 118940 h 178697"/>
                <a:gd name="connsiteX17" fmla="*/ 144124 w 151356"/>
                <a:gd name="connsiteY17" fmla="*/ 119550 h 178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1356" h="178697">
                  <a:moveTo>
                    <a:pt x="144124" y="119550"/>
                  </a:moveTo>
                  <a:cubicBezTo>
                    <a:pt x="130789" y="127751"/>
                    <a:pt x="115549" y="132219"/>
                    <a:pt x="99928" y="132504"/>
                  </a:cubicBezTo>
                  <a:cubicBezTo>
                    <a:pt x="71353" y="132504"/>
                    <a:pt x="51637" y="114121"/>
                    <a:pt x="51637" y="88022"/>
                  </a:cubicBezTo>
                  <a:cubicBezTo>
                    <a:pt x="51446" y="63400"/>
                    <a:pt x="71164" y="43274"/>
                    <a:pt x="95833" y="43055"/>
                  </a:cubicBezTo>
                  <a:cubicBezTo>
                    <a:pt x="96976" y="43045"/>
                    <a:pt x="98119" y="43083"/>
                    <a:pt x="99262" y="43159"/>
                  </a:cubicBezTo>
                  <a:cubicBezTo>
                    <a:pt x="114216" y="43607"/>
                    <a:pt x="128885" y="47903"/>
                    <a:pt x="141743" y="55637"/>
                  </a:cubicBezTo>
                  <a:cubicBezTo>
                    <a:pt x="143649" y="56695"/>
                    <a:pt x="146030" y="56019"/>
                    <a:pt x="147078" y="54133"/>
                  </a:cubicBezTo>
                  <a:cubicBezTo>
                    <a:pt x="147364" y="53570"/>
                    <a:pt x="147553" y="52942"/>
                    <a:pt x="147553" y="52304"/>
                  </a:cubicBezTo>
                  <a:lnTo>
                    <a:pt x="147553" y="12965"/>
                  </a:lnTo>
                  <a:cubicBezTo>
                    <a:pt x="147553" y="11470"/>
                    <a:pt x="146696" y="10098"/>
                    <a:pt x="145363" y="9441"/>
                  </a:cubicBezTo>
                  <a:cubicBezTo>
                    <a:pt x="130123" y="2488"/>
                    <a:pt x="113549" y="-1055"/>
                    <a:pt x="96785" y="-941"/>
                  </a:cubicBezTo>
                  <a:cubicBezTo>
                    <a:pt x="43255" y="-941"/>
                    <a:pt x="-1227" y="34873"/>
                    <a:pt x="-1227" y="88785"/>
                  </a:cubicBezTo>
                  <a:cubicBezTo>
                    <a:pt x="-1227" y="140219"/>
                    <a:pt x="39064" y="177748"/>
                    <a:pt x="94023" y="177748"/>
                  </a:cubicBezTo>
                  <a:cubicBezTo>
                    <a:pt x="112788" y="177929"/>
                    <a:pt x="131266" y="173690"/>
                    <a:pt x="148030" y="165365"/>
                  </a:cubicBezTo>
                  <a:cubicBezTo>
                    <a:pt x="149268" y="164679"/>
                    <a:pt x="150125" y="163375"/>
                    <a:pt x="150125" y="161936"/>
                  </a:cubicBezTo>
                  <a:lnTo>
                    <a:pt x="150125" y="122979"/>
                  </a:lnTo>
                  <a:cubicBezTo>
                    <a:pt x="150220" y="120826"/>
                    <a:pt x="148507" y="119016"/>
                    <a:pt x="146315" y="118940"/>
                  </a:cubicBezTo>
                  <a:cubicBezTo>
                    <a:pt x="145553" y="118912"/>
                    <a:pt x="144792" y="119122"/>
                    <a:pt x="144124" y="11955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29444F4-8BED-4E13-A16A-9D199CF3965A}"/>
                </a:ext>
              </a:extLst>
            </p:cNvPr>
            <p:cNvSpPr/>
            <p:nvPr/>
          </p:nvSpPr>
          <p:spPr>
            <a:xfrm>
              <a:off x="7429214" y="6206130"/>
              <a:ext cx="52877" cy="170004"/>
            </a:xfrm>
            <a:custGeom>
              <a:avLst/>
              <a:gdLst>
                <a:gd name="connsiteX0" fmla="*/ 46969 w 52877"/>
                <a:gd name="connsiteY0" fmla="*/ -866 h 170004"/>
                <a:gd name="connsiteX1" fmla="*/ 1916 w 52877"/>
                <a:gd name="connsiteY1" fmla="*/ 8087 h 170004"/>
                <a:gd name="connsiteX2" fmla="*/ -1227 w 52877"/>
                <a:gd name="connsiteY2" fmla="*/ 11898 h 170004"/>
                <a:gd name="connsiteX3" fmla="*/ -1227 w 52877"/>
                <a:gd name="connsiteY3" fmla="*/ 165155 h 170004"/>
                <a:gd name="connsiteX4" fmla="*/ 2678 w 52877"/>
                <a:gd name="connsiteY4" fmla="*/ 169060 h 170004"/>
                <a:gd name="connsiteX5" fmla="*/ 47731 w 52877"/>
                <a:gd name="connsiteY5" fmla="*/ 169060 h 170004"/>
                <a:gd name="connsiteX6" fmla="*/ 51636 w 52877"/>
                <a:gd name="connsiteY6" fmla="*/ 165155 h 170004"/>
                <a:gd name="connsiteX7" fmla="*/ 51636 w 52877"/>
                <a:gd name="connsiteY7" fmla="*/ 3229 h 170004"/>
                <a:gd name="connsiteX8" fmla="*/ 48016 w 52877"/>
                <a:gd name="connsiteY8" fmla="*/ -933 h 170004"/>
                <a:gd name="connsiteX9" fmla="*/ 46969 w 52877"/>
                <a:gd name="connsiteY9" fmla="*/ -866 h 17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877" h="170004">
                  <a:moveTo>
                    <a:pt x="46969" y="-866"/>
                  </a:moveTo>
                  <a:lnTo>
                    <a:pt x="1916" y="8087"/>
                  </a:lnTo>
                  <a:cubicBezTo>
                    <a:pt x="106" y="8478"/>
                    <a:pt x="-1227" y="10059"/>
                    <a:pt x="-1227" y="11898"/>
                  </a:cubicBezTo>
                  <a:lnTo>
                    <a:pt x="-1227" y="165155"/>
                  </a:lnTo>
                  <a:cubicBezTo>
                    <a:pt x="-1227" y="167307"/>
                    <a:pt x="487" y="169060"/>
                    <a:pt x="2678" y="169060"/>
                  </a:cubicBezTo>
                  <a:lnTo>
                    <a:pt x="47731" y="169060"/>
                  </a:lnTo>
                  <a:cubicBezTo>
                    <a:pt x="49922" y="169060"/>
                    <a:pt x="51636" y="167307"/>
                    <a:pt x="51636" y="165155"/>
                  </a:cubicBezTo>
                  <a:lnTo>
                    <a:pt x="51636" y="3229"/>
                  </a:lnTo>
                  <a:cubicBezTo>
                    <a:pt x="51826" y="1077"/>
                    <a:pt x="50113" y="-790"/>
                    <a:pt x="48016" y="-933"/>
                  </a:cubicBezTo>
                  <a:cubicBezTo>
                    <a:pt x="47636" y="-962"/>
                    <a:pt x="47350" y="-933"/>
                    <a:pt x="46969" y="-866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ADC66EE-F637-4E8A-A2C6-88AAA3027C0A}"/>
                </a:ext>
              </a:extLst>
            </p:cNvPr>
            <p:cNvSpPr/>
            <p:nvPr/>
          </p:nvSpPr>
          <p:spPr>
            <a:xfrm>
              <a:off x="6843331" y="6120864"/>
              <a:ext cx="60388" cy="60388"/>
            </a:xfrm>
            <a:custGeom>
              <a:avLst/>
              <a:gdLst>
                <a:gd name="connsiteX0" fmla="*/ 60389 w 60388"/>
                <a:gd name="connsiteY0" fmla="*/ 30194 h 60388"/>
                <a:gd name="connsiteX1" fmla="*/ 30194 w 60388"/>
                <a:gd name="connsiteY1" fmla="*/ 60389 h 60388"/>
                <a:gd name="connsiteX2" fmla="*/ 0 w 60388"/>
                <a:gd name="connsiteY2" fmla="*/ 30194 h 60388"/>
                <a:gd name="connsiteX3" fmla="*/ 30194 w 60388"/>
                <a:gd name="connsiteY3" fmla="*/ 0 h 60388"/>
                <a:gd name="connsiteX4" fmla="*/ 60389 w 60388"/>
                <a:gd name="connsiteY4" fmla="*/ 30194 h 6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388" h="60388">
                  <a:moveTo>
                    <a:pt x="60389" y="30194"/>
                  </a:moveTo>
                  <a:cubicBezTo>
                    <a:pt x="60389" y="46870"/>
                    <a:pt x="46870" y="60389"/>
                    <a:pt x="30194" y="60389"/>
                  </a:cubicBezTo>
                  <a:cubicBezTo>
                    <a:pt x="13518" y="60389"/>
                    <a:pt x="0" y="46870"/>
                    <a:pt x="0" y="30194"/>
                  </a:cubicBezTo>
                  <a:cubicBezTo>
                    <a:pt x="0" y="13518"/>
                    <a:pt x="13518" y="0"/>
                    <a:pt x="30194" y="0"/>
                  </a:cubicBezTo>
                  <a:cubicBezTo>
                    <a:pt x="46870" y="0"/>
                    <a:pt x="60389" y="13518"/>
                    <a:pt x="60389" y="30194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7B0A743-D21D-4948-AAE4-25C5D4623650}"/>
                </a:ext>
              </a:extLst>
            </p:cNvPr>
            <p:cNvSpPr/>
            <p:nvPr/>
          </p:nvSpPr>
          <p:spPr>
            <a:xfrm>
              <a:off x="7425499" y="6120483"/>
              <a:ext cx="60388" cy="60388"/>
            </a:xfrm>
            <a:custGeom>
              <a:avLst/>
              <a:gdLst>
                <a:gd name="connsiteX0" fmla="*/ 28967 w 60388"/>
                <a:gd name="connsiteY0" fmla="*/ -944 h 60388"/>
                <a:gd name="connsiteX1" fmla="*/ -1227 w 60388"/>
                <a:gd name="connsiteY1" fmla="*/ 29250 h 60388"/>
                <a:gd name="connsiteX2" fmla="*/ 28967 w 60388"/>
                <a:gd name="connsiteY2" fmla="*/ 59445 h 60388"/>
                <a:gd name="connsiteX3" fmla="*/ 59161 w 60388"/>
                <a:gd name="connsiteY3" fmla="*/ 29250 h 60388"/>
                <a:gd name="connsiteX4" fmla="*/ 59161 w 60388"/>
                <a:gd name="connsiteY4" fmla="*/ 29155 h 60388"/>
                <a:gd name="connsiteX5" fmla="*/ 29063 w 60388"/>
                <a:gd name="connsiteY5" fmla="*/ -944 h 60388"/>
                <a:gd name="connsiteX6" fmla="*/ 28967 w 60388"/>
                <a:gd name="connsiteY6" fmla="*/ -944 h 6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388" h="60388">
                  <a:moveTo>
                    <a:pt x="28967" y="-944"/>
                  </a:moveTo>
                  <a:cubicBezTo>
                    <a:pt x="12299" y="-944"/>
                    <a:pt x="-1227" y="12572"/>
                    <a:pt x="-1227" y="29250"/>
                  </a:cubicBezTo>
                  <a:cubicBezTo>
                    <a:pt x="-1227" y="45929"/>
                    <a:pt x="12299" y="59445"/>
                    <a:pt x="28967" y="59445"/>
                  </a:cubicBezTo>
                  <a:cubicBezTo>
                    <a:pt x="45636" y="59445"/>
                    <a:pt x="59161" y="45929"/>
                    <a:pt x="59161" y="29250"/>
                  </a:cubicBezTo>
                  <a:cubicBezTo>
                    <a:pt x="59161" y="29222"/>
                    <a:pt x="59161" y="29184"/>
                    <a:pt x="59161" y="29155"/>
                  </a:cubicBezTo>
                  <a:cubicBezTo>
                    <a:pt x="59161" y="12534"/>
                    <a:pt x="45731" y="-944"/>
                    <a:pt x="29063" y="-944"/>
                  </a:cubicBezTo>
                  <a:cubicBezTo>
                    <a:pt x="29063" y="-944"/>
                    <a:pt x="28967" y="-944"/>
                    <a:pt x="28967" y="-944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</p:grpSp>
      <p:pic>
        <p:nvPicPr>
          <p:cNvPr id="32" name="Google Shape;1097;p15">
            <a:extLst>
              <a:ext uri="{FF2B5EF4-FFF2-40B4-BE49-F238E27FC236}">
                <a16:creationId xmlns:a16="http://schemas.microsoft.com/office/drawing/2014/main" id="{43E0FF6E-1812-9C7B-E696-A0F7B7961BA6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500264" y="324173"/>
            <a:ext cx="393424" cy="393424"/>
          </a:xfrm>
          <a:prstGeom prst="rect">
            <a:avLst/>
          </a:prstGeom>
          <a:noFill/>
          <a:ln>
            <a:noFill/>
          </a:ln>
        </p:spPr>
      </p:pic>
    </p:spTree>
    <p:custDataLst/>
    <p:extLst>
      <p:ext uri="{BB962C8B-B14F-4D97-AF65-F5344CB8AC3E}">
        <p14:creationId xmlns:p14="http://schemas.microsoft.com/office/powerpoint/2010/main" val="3570671261"/>
      </p:ext>
    </p:extLst>
  </p:cSld>
  <p:clrMapOvr>
    <a:masterClrMapping/>
  </p:clrMapOvr>
</p:sldLayout>
</file>

<file path=ppt/slideLayouts/slideLayout4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Title Alig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DF3E0E5-3401-4FFA-8162-EA77966A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559" y="914400"/>
            <a:ext cx="10745456" cy="59393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Footer Placeholder 5">
            <a:extLst>
              <a:ext uri="{FF2B5EF4-FFF2-40B4-BE49-F238E27FC236}">
                <a16:creationId xmlns:a16="http://schemas.microsoft.com/office/drawing/2014/main" id="{ADB64896-F3AE-47F1-903B-2C2BC8E1D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7036" y="6489700"/>
            <a:ext cx="4114800" cy="365125"/>
          </a:xfrm>
          <a:prstGeom prst="rect">
            <a:avLst/>
          </a:prstGeom>
        </p:spPr>
        <p:txBody>
          <a:bodyPr anchor="ctr"/>
          <a:lstStyle>
            <a:lvl1pPr algn="l">
              <a:defRPr sz="900" spc="0" baseline="0">
                <a:solidFill>
                  <a:schemeClr val="tx2"/>
                </a:solidFill>
                <a:latin typeface="Proxima Nova Rg" panose="02000506030000020004" pitchFamily="2" charset="0"/>
              </a:defRPr>
            </a:lvl1pPr>
          </a:lstStyle>
          <a:p>
            <a:r>
              <a:rPr lang="en-US"/>
              <a:t>© Seismic  |  Confidential</a:t>
            </a:r>
          </a:p>
        </p:txBody>
      </p:sp>
      <p:sp>
        <p:nvSpPr>
          <p:cNvPr id="17" name="Slide Number Placeholder 6">
            <a:extLst>
              <a:ext uri="{FF2B5EF4-FFF2-40B4-BE49-F238E27FC236}">
                <a16:creationId xmlns:a16="http://schemas.microsoft.com/office/drawing/2014/main" id="{E5D4B115-4739-4F30-A75B-021FEDD56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14" y="6489700"/>
            <a:ext cx="365126" cy="365125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chemeClr val="tx2"/>
                </a:solidFill>
                <a:latin typeface="Proxima Nova Lt" panose="02000506030000020004" pitchFamily="2" charset="0"/>
              </a:defRPr>
            </a:lvl1pPr>
          </a:lstStyle>
          <a:p>
            <a:fld id="{FA3B2ADF-D0A9-4E00-9DEE-FF202C610DCC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8" name="Seismic Logo Dawn Dusk" hidden="1">
            <a:extLst>
              <a:ext uri="{FF2B5EF4-FFF2-40B4-BE49-F238E27FC236}">
                <a16:creationId xmlns:a16="http://schemas.microsoft.com/office/drawing/2014/main" id="{05AC5C6D-77DD-4C0D-A881-1C32D134822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82848" y="454661"/>
            <a:ext cx="976863" cy="182880"/>
            <a:chOff x="6096000" y="6120483"/>
            <a:chExt cx="1570866" cy="294084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6B5355F-63ED-4C5B-843E-BF4E2F5C82E9}"/>
                </a:ext>
              </a:extLst>
            </p:cNvPr>
            <p:cNvSpPr/>
            <p:nvPr/>
          </p:nvSpPr>
          <p:spPr>
            <a:xfrm>
              <a:off x="6153245" y="6121273"/>
              <a:ext cx="190880" cy="151605"/>
            </a:xfrm>
            <a:custGeom>
              <a:avLst/>
              <a:gdLst>
                <a:gd name="connsiteX0" fmla="*/ 185653 w 190880"/>
                <a:gd name="connsiteY0" fmla="*/ -877 h 151605"/>
                <a:gd name="connsiteX1" fmla="*/ 1439 w 190880"/>
                <a:gd name="connsiteY1" fmla="*/ 36366 h 151605"/>
                <a:gd name="connsiteX2" fmla="*/ -1227 w 190880"/>
                <a:gd name="connsiteY2" fmla="*/ 39604 h 151605"/>
                <a:gd name="connsiteX3" fmla="*/ -1227 w 190880"/>
                <a:gd name="connsiteY3" fmla="*/ 110470 h 151605"/>
                <a:gd name="connsiteX4" fmla="*/ 1439 w 190880"/>
                <a:gd name="connsiteY4" fmla="*/ 113804 h 151605"/>
                <a:gd name="connsiteX5" fmla="*/ 185653 w 190880"/>
                <a:gd name="connsiteY5" fmla="*/ 150570 h 151605"/>
                <a:gd name="connsiteX6" fmla="*/ 189558 w 190880"/>
                <a:gd name="connsiteY6" fmla="*/ 148189 h 151605"/>
                <a:gd name="connsiteX7" fmla="*/ 189653 w 190880"/>
                <a:gd name="connsiteY7" fmla="*/ 147332 h 151605"/>
                <a:gd name="connsiteX8" fmla="*/ 189653 w 190880"/>
                <a:gd name="connsiteY8" fmla="*/ 2361 h 151605"/>
                <a:gd name="connsiteX9" fmla="*/ 186319 w 190880"/>
                <a:gd name="connsiteY9" fmla="*/ -944 h 151605"/>
                <a:gd name="connsiteX10" fmla="*/ 185653 w 190880"/>
                <a:gd name="connsiteY10" fmla="*/ -877 h 151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880" h="151605">
                  <a:moveTo>
                    <a:pt x="185653" y="-877"/>
                  </a:moveTo>
                  <a:lnTo>
                    <a:pt x="1439" y="36366"/>
                  </a:lnTo>
                  <a:cubicBezTo>
                    <a:pt x="-84" y="36642"/>
                    <a:pt x="-1227" y="38013"/>
                    <a:pt x="-1227" y="39604"/>
                  </a:cubicBezTo>
                  <a:lnTo>
                    <a:pt x="-1227" y="110470"/>
                  </a:lnTo>
                  <a:cubicBezTo>
                    <a:pt x="-1227" y="112070"/>
                    <a:pt x="-84" y="113452"/>
                    <a:pt x="1439" y="113804"/>
                  </a:cubicBezTo>
                  <a:lnTo>
                    <a:pt x="185653" y="150570"/>
                  </a:lnTo>
                  <a:cubicBezTo>
                    <a:pt x="187367" y="150989"/>
                    <a:pt x="189177" y="149923"/>
                    <a:pt x="189558" y="148189"/>
                  </a:cubicBezTo>
                  <a:cubicBezTo>
                    <a:pt x="189653" y="147903"/>
                    <a:pt x="189653" y="147617"/>
                    <a:pt x="189653" y="147332"/>
                  </a:cubicBezTo>
                  <a:lnTo>
                    <a:pt x="189653" y="2361"/>
                  </a:lnTo>
                  <a:cubicBezTo>
                    <a:pt x="189653" y="523"/>
                    <a:pt x="188129" y="-963"/>
                    <a:pt x="186319" y="-944"/>
                  </a:cubicBezTo>
                  <a:cubicBezTo>
                    <a:pt x="186033" y="-944"/>
                    <a:pt x="185843" y="-915"/>
                    <a:pt x="185653" y="-877"/>
                  </a:cubicBezTo>
                  <a:close/>
                </a:path>
              </a:pathLst>
            </a:custGeom>
            <a:solidFill>
              <a:srgbClr val="FE5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F3419D4-CFEE-4008-A6B9-47390D074860}"/>
                </a:ext>
              </a:extLst>
            </p:cNvPr>
            <p:cNvSpPr/>
            <p:nvPr/>
          </p:nvSpPr>
          <p:spPr>
            <a:xfrm>
              <a:off x="6096000" y="6263310"/>
              <a:ext cx="190880" cy="151257"/>
            </a:xfrm>
            <a:custGeom>
              <a:avLst/>
              <a:gdLst>
                <a:gd name="connsiteX0" fmla="*/ 186987 w 190880"/>
                <a:gd name="connsiteY0" fmla="*/ 35871 h 151257"/>
                <a:gd name="connsiteX1" fmla="*/ 2772 w 190880"/>
                <a:gd name="connsiteY1" fmla="*/ -896 h 151257"/>
                <a:gd name="connsiteX2" fmla="*/ -1227 w 190880"/>
                <a:gd name="connsiteY2" fmla="*/ 1914 h 151257"/>
                <a:gd name="connsiteX3" fmla="*/ -1227 w 190880"/>
                <a:gd name="connsiteY3" fmla="*/ 2438 h 151257"/>
                <a:gd name="connsiteX4" fmla="*/ -1227 w 190880"/>
                <a:gd name="connsiteY4" fmla="*/ 146932 h 151257"/>
                <a:gd name="connsiteX5" fmla="*/ 2202 w 190880"/>
                <a:gd name="connsiteY5" fmla="*/ 150314 h 151257"/>
                <a:gd name="connsiteX6" fmla="*/ 2772 w 190880"/>
                <a:gd name="connsiteY6" fmla="*/ 150266 h 151257"/>
                <a:gd name="connsiteX7" fmla="*/ 186987 w 190880"/>
                <a:gd name="connsiteY7" fmla="*/ 113404 h 151257"/>
                <a:gd name="connsiteX8" fmla="*/ 189653 w 190880"/>
                <a:gd name="connsiteY8" fmla="*/ 110165 h 151257"/>
                <a:gd name="connsiteX9" fmla="*/ 189653 w 190880"/>
                <a:gd name="connsiteY9" fmla="*/ 39109 h 151257"/>
                <a:gd name="connsiteX10" fmla="*/ 186987 w 190880"/>
                <a:gd name="connsiteY10" fmla="*/ 35871 h 151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880" h="151257">
                  <a:moveTo>
                    <a:pt x="186987" y="35871"/>
                  </a:moveTo>
                  <a:lnTo>
                    <a:pt x="2772" y="-896"/>
                  </a:lnTo>
                  <a:cubicBezTo>
                    <a:pt x="868" y="-1210"/>
                    <a:pt x="-847" y="47"/>
                    <a:pt x="-1227" y="1914"/>
                  </a:cubicBezTo>
                  <a:cubicBezTo>
                    <a:pt x="-1227" y="2085"/>
                    <a:pt x="-1227" y="2266"/>
                    <a:pt x="-1227" y="2438"/>
                  </a:cubicBezTo>
                  <a:lnTo>
                    <a:pt x="-1227" y="146932"/>
                  </a:lnTo>
                  <a:cubicBezTo>
                    <a:pt x="-1227" y="148828"/>
                    <a:pt x="391" y="150342"/>
                    <a:pt x="2202" y="150314"/>
                  </a:cubicBezTo>
                  <a:cubicBezTo>
                    <a:pt x="2392" y="150314"/>
                    <a:pt x="2582" y="150294"/>
                    <a:pt x="2772" y="150266"/>
                  </a:cubicBezTo>
                  <a:lnTo>
                    <a:pt x="186987" y="113404"/>
                  </a:lnTo>
                  <a:cubicBezTo>
                    <a:pt x="188510" y="113090"/>
                    <a:pt x="189653" y="111737"/>
                    <a:pt x="189653" y="110165"/>
                  </a:cubicBezTo>
                  <a:lnTo>
                    <a:pt x="189653" y="39109"/>
                  </a:lnTo>
                  <a:cubicBezTo>
                    <a:pt x="189653" y="37537"/>
                    <a:pt x="188510" y="36185"/>
                    <a:pt x="186987" y="35871"/>
                  </a:cubicBezTo>
                  <a:close/>
                </a:path>
              </a:pathLst>
            </a:custGeom>
            <a:solidFill>
              <a:srgbClr val="FE5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D19F219-5FDB-490C-94A5-D5F351E96A1E}"/>
                </a:ext>
              </a:extLst>
            </p:cNvPr>
            <p:cNvSpPr/>
            <p:nvPr/>
          </p:nvSpPr>
          <p:spPr>
            <a:xfrm>
              <a:off x="6439662" y="6120769"/>
              <a:ext cx="177736" cy="259460"/>
            </a:xfrm>
            <a:custGeom>
              <a:avLst/>
              <a:gdLst>
                <a:gd name="connsiteX0" fmla="*/ 107929 w 177736"/>
                <a:gd name="connsiteY0" fmla="*/ 105069 h 259460"/>
                <a:gd name="connsiteX1" fmla="*/ 54398 w 177736"/>
                <a:gd name="connsiteY1" fmla="*/ 71065 h 259460"/>
                <a:gd name="connsiteX2" fmla="*/ 86784 w 177736"/>
                <a:gd name="connsiteY2" fmla="*/ 47347 h 259460"/>
                <a:gd name="connsiteX3" fmla="*/ 158126 w 177736"/>
                <a:gd name="connsiteY3" fmla="*/ 68302 h 259460"/>
                <a:gd name="connsiteX4" fmla="*/ 163460 w 177736"/>
                <a:gd name="connsiteY4" fmla="*/ 66798 h 259460"/>
                <a:gd name="connsiteX5" fmla="*/ 163936 w 177736"/>
                <a:gd name="connsiteY5" fmla="*/ 64873 h 259460"/>
                <a:gd name="connsiteX6" fmla="*/ 163936 w 177736"/>
                <a:gd name="connsiteY6" fmla="*/ 19534 h 259460"/>
                <a:gd name="connsiteX7" fmla="*/ 161841 w 177736"/>
                <a:gd name="connsiteY7" fmla="*/ 16010 h 259460"/>
                <a:gd name="connsiteX8" fmla="*/ 87070 w 177736"/>
                <a:gd name="connsiteY8" fmla="*/ -944 h 259460"/>
                <a:gd name="connsiteX9" fmla="*/ -1227 w 177736"/>
                <a:gd name="connsiteY9" fmla="*/ 75256 h 259460"/>
                <a:gd name="connsiteX10" fmla="*/ 64876 w 177736"/>
                <a:gd name="connsiteY10" fmla="*/ 147646 h 259460"/>
                <a:gd name="connsiteX11" fmla="*/ 120787 w 177736"/>
                <a:gd name="connsiteY11" fmla="*/ 183460 h 259460"/>
                <a:gd name="connsiteX12" fmla="*/ 85736 w 177736"/>
                <a:gd name="connsiteY12" fmla="*/ 210225 h 259460"/>
                <a:gd name="connsiteX13" fmla="*/ 11345 w 177736"/>
                <a:gd name="connsiteY13" fmla="*/ 187936 h 259460"/>
                <a:gd name="connsiteX14" fmla="*/ 5916 w 177736"/>
                <a:gd name="connsiteY14" fmla="*/ 189137 h 259460"/>
                <a:gd name="connsiteX15" fmla="*/ 5344 w 177736"/>
                <a:gd name="connsiteY15" fmla="*/ 191175 h 259460"/>
                <a:gd name="connsiteX16" fmla="*/ 5344 w 177736"/>
                <a:gd name="connsiteY16" fmla="*/ 237657 h 259460"/>
                <a:gd name="connsiteX17" fmla="*/ 7536 w 177736"/>
                <a:gd name="connsiteY17" fmla="*/ 241181 h 259460"/>
                <a:gd name="connsiteX18" fmla="*/ 84974 w 177736"/>
                <a:gd name="connsiteY18" fmla="*/ 258517 h 259460"/>
                <a:gd name="connsiteX19" fmla="*/ 176510 w 177736"/>
                <a:gd name="connsiteY19" fmla="*/ 179936 h 259460"/>
                <a:gd name="connsiteX20" fmla="*/ 107929 w 177736"/>
                <a:gd name="connsiteY20" fmla="*/ 105069 h 259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7736" h="259460">
                  <a:moveTo>
                    <a:pt x="107929" y="105069"/>
                  </a:moveTo>
                  <a:cubicBezTo>
                    <a:pt x="77735" y="94972"/>
                    <a:pt x="54398" y="93258"/>
                    <a:pt x="54398" y="71065"/>
                  </a:cubicBezTo>
                  <a:cubicBezTo>
                    <a:pt x="54398" y="54301"/>
                    <a:pt x="68020" y="47347"/>
                    <a:pt x="86784" y="47347"/>
                  </a:cubicBezTo>
                  <a:cubicBezTo>
                    <a:pt x="111930" y="48567"/>
                    <a:pt x="136313" y="55748"/>
                    <a:pt x="158126" y="68302"/>
                  </a:cubicBezTo>
                  <a:cubicBezTo>
                    <a:pt x="160031" y="69350"/>
                    <a:pt x="162413" y="68684"/>
                    <a:pt x="163460" y="66798"/>
                  </a:cubicBezTo>
                  <a:cubicBezTo>
                    <a:pt x="163745" y="66207"/>
                    <a:pt x="163936" y="65550"/>
                    <a:pt x="163936" y="64873"/>
                  </a:cubicBezTo>
                  <a:lnTo>
                    <a:pt x="163936" y="19534"/>
                  </a:lnTo>
                  <a:cubicBezTo>
                    <a:pt x="163936" y="18048"/>
                    <a:pt x="163174" y="16677"/>
                    <a:pt x="161841" y="16010"/>
                  </a:cubicBezTo>
                  <a:cubicBezTo>
                    <a:pt x="138505" y="4895"/>
                    <a:pt x="112977" y="-897"/>
                    <a:pt x="87070" y="-944"/>
                  </a:cubicBezTo>
                  <a:cubicBezTo>
                    <a:pt x="34205" y="-944"/>
                    <a:pt x="-1227" y="28297"/>
                    <a:pt x="-1227" y="75256"/>
                  </a:cubicBezTo>
                  <a:cubicBezTo>
                    <a:pt x="-1227" y="119071"/>
                    <a:pt x="30110" y="136120"/>
                    <a:pt x="64876" y="147646"/>
                  </a:cubicBezTo>
                  <a:cubicBezTo>
                    <a:pt x="97166" y="158028"/>
                    <a:pt x="120787" y="160123"/>
                    <a:pt x="120787" y="183460"/>
                  </a:cubicBezTo>
                  <a:cubicBezTo>
                    <a:pt x="120787" y="202510"/>
                    <a:pt x="105834" y="210225"/>
                    <a:pt x="85736" y="210225"/>
                  </a:cubicBezTo>
                  <a:cubicBezTo>
                    <a:pt x="59447" y="209063"/>
                    <a:pt x="33919" y="201405"/>
                    <a:pt x="11345" y="187936"/>
                  </a:cubicBezTo>
                  <a:cubicBezTo>
                    <a:pt x="9536" y="186774"/>
                    <a:pt x="7155" y="187317"/>
                    <a:pt x="5916" y="189137"/>
                  </a:cubicBezTo>
                  <a:cubicBezTo>
                    <a:pt x="5535" y="189746"/>
                    <a:pt x="5344" y="190451"/>
                    <a:pt x="5344" y="191175"/>
                  </a:cubicBezTo>
                  <a:lnTo>
                    <a:pt x="5344" y="237657"/>
                  </a:lnTo>
                  <a:cubicBezTo>
                    <a:pt x="5344" y="239152"/>
                    <a:pt x="6202" y="240524"/>
                    <a:pt x="7536" y="241181"/>
                  </a:cubicBezTo>
                  <a:cubicBezTo>
                    <a:pt x="31824" y="252430"/>
                    <a:pt x="58209" y="258336"/>
                    <a:pt x="84974" y="258517"/>
                  </a:cubicBezTo>
                  <a:cubicBezTo>
                    <a:pt x="139266" y="258517"/>
                    <a:pt x="176510" y="228989"/>
                    <a:pt x="176510" y="179936"/>
                  </a:cubicBezTo>
                  <a:cubicBezTo>
                    <a:pt x="176128" y="135359"/>
                    <a:pt x="145838" y="117642"/>
                    <a:pt x="107929" y="105069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F66CD1F-151D-4C4F-B65D-1D050C8B7E7F}"/>
                </a:ext>
              </a:extLst>
            </p:cNvPr>
            <p:cNvSpPr/>
            <p:nvPr/>
          </p:nvSpPr>
          <p:spPr>
            <a:xfrm>
              <a:off x="6641591" y="6201432"/>
              <a:ext cx="171926" cy="178722"/>
            </a:xfrm>
            <a:custGeom>
              <a:avLst/>
              <a:gdLst>
                <a:gd name="connsiteX0" fmla="*/ 88499 w 171926"/>
                <a:gd name="connsiteY0" fmla="*/ -930 h 178722"/>
                <a:gd name="connsiteX1" fmla="*/ -1227 w 171926"/>
                <a:gd name="connsiteY1" fmla="*/ 85718 h 178722"/>
                <a:gd name="connsiteX2" fmla="*/ -1227 w 171926"/>
                <a:gd name="connsiteY2" fmla="*/ 89081 h 178722"/>
                <a:gd name="connsiteX3" fmla="*/ 95833 w 171926"/>
                <a:gd name="connsiteY3" fmla="*/ 177759 h 178722"/>
                <a:gd name="connsiteX4" fmla="*/ 158889 w 171926"/>
                <a:gd name="connsiteY4" fmla="*/ 163281 h 178722"/>
                <a:gd name="connsiteX5" fmla="*/ 160793 w 171926"/>
                <a:gd name="connsiteY5" fmla="*/ 159947 h 178722"/>
                <a:gd name="connsiteX6" fmla="*/ 160793 w 171926"/>
                <a:gd name="connsiteY6" fmla="*/ 124990 h 178722"/>
                <a:gd name="connsiteX7" fmla="*/ 156889 w 171926"/>
                <a:gd name="connsiteY7" fmla="*/ 121104 h 178722"/>
                <a:gd name="connsiteX8" fmla="*/ 154888 w 171926"/>
                <a:gd name="connsiteY8" fmla="*/ 121656 h 178722"/>
                <a:gd name="connsiteX9" fmla="*/ 102786 w 171926"/>
                <a:gd name="connsiteY9" fmla="*/ 136706 h 178722"/>
                <a:gd name="connsiteX10" fmla="*/ 55161 w 171926"/>
                <a:gd name="connsiteY10" fmla="*/ 107655 h 178722"/>
                <a:gd name="connsiteX11" fmla="*/ 57352 w 171926"/>
                <a:gd name="connsiteY11" fmla="*/ 102587 h 178722"/>
                <a:gd name="connsiteX12" fmla="*/ 58781 w 171926"/>
                <a:gd name="connsiteY12" fmla="*/ 102321 h 178722"/>
                <a:gd name="connsiteX13" fmla="*/ 166223 w 171926"/>
                <a:gd name="connsiteY13" fmla="*/ 102321 h 178722"/>
                <a:gd name="connsiteX14" fmla="*/ 170033 w 171926"/>
                <a:gd name="connsiteY14" fmla="*/ 98796 h 178722"/>
                <a:gd name="connsiteX15" fmla="*/ 170699 w 171926"/>
                <a:gd name="connsiteY15" fmla="*/ 84223 h 178722"/>
                <a:gd name="connsiteX16" fmla="*/ 88499 w 171926"/>
                <a:gd name="connsiteY16" fmla="*/ -930 h 178722"/>
                <a:gd name="connsiteX17" fmla="*/ 117074 w 171926"/>
                <a:gd name="connsiteY17" fmla="*/ 68983 h 178722"/>
                <a:gd name="connsiteX18" fmla="*/ 58304 w 171926"/>
                <a:gd name="connsiteY18" fmla="*/ 68983 h 178722"/>
                <a:gd name="connsiteX19" fmla="*/ 54495 w 171926"/>
                <a:gd name="connsiteY19" fmla="*/ 65030 h 178722"/>
                <a:gd name="connsiteX20" fmla="*/ 54684 w 171926"/>
                <a:gd name="connsiteY20" fmla="*/ 63744 h 178722"/>
                <a:gd name="connsiteX21" fmla="*/ 88308 w 171926"/>
                <a:gd name="connsiteY21" fmla="*/ 39360 h 178722"/>
                <a:gd name="connsiteX22" fmla="*/ 120789 w 171926"/>
                <a:gd name="connsiteY22" fmla="*/ 63935 h 178722"/>
                <a:gd name="connsiteX23" fmla="*/ 118312 w 171926"/>
                <a:gd name="connsiteY23" fmla="*/ 68878 h 178722"/>
                <a:gd name="connsiteX24" fmla="*/ 116217 w 171926"/>
                <a:gd name="connsiteY24" fmla="*/ 68983 h 178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1926" h="178722">
                  <a:moveTo>
                    <a:pt x="88499" y="-930"/>
                  </a:moveTo>
                  <a:cubicBezTo>
                    <a:pt x="39826" y="-1778"/>
                    <a:pt x="-369" y="37007"/>
                    <a:pt x="-1227" y="85718"/>
                  </a:cubicBezTo>
                  <a:cubicBezTo>
                    <a:pt x="-1227" y="86833"/>
                    <a:pt x="-1227" y="87957"/>
                    <a:pt x="-1227" y="89081"/>
                  </a:cubicBezTo>
                  <a:cubicBezTo>
                    <a:pt x="-1227" y="142707"/>
                    <a:pt x="39445" y="177759"/>
                    <a:pt x="95833" y="177759"/>
                  </a:cubicBezTo>
                  <a:cubicBezTo>
                    <a:pt x="117740" y="178130"/>
                    <a:pt x="139362" y="173158"/>
                    <a:pt x="158889" y="163281"/>
                  </a:cubicBezTo>
                  <a:cubicBezTo>
                    <a:pt x="160127" y="162604"/>
                    <a:pt x="160793" y="161328"/>
                    <a:pt x="160793" y="159947"/>
                  </a:cubicBezTo>
                  <a:lnTo>
                    <a:pt x="160793" y="124990"/>
                  </a:lnTo>
                  <a:cubicBezTo>
                    <a:pt x="160793" y="122838"/>
                    <a:pt x="158984" y="121094"/>
                    <a:pt x="156889" y="121104"/>
                  </a:cubicBezTo>
                  <a:cubicBezTo>
                    <a:pt x="156126" y="121104"/>
                    <a:pt x="155460" y="121304"/>
                    <a:pt x="154888" y="121656"/>
                  </a:cubicBezTo>
                  <a:cubicBezTo>
                    <a:pt x="139171" y="131162"/>
                    <a:pt x="121170" y="136354"/>
                    <a:pt x="102786" y="136706"/>
                  </a:cubicBezTo>
                  <a:cubicBezTo>
                    <a:pt x="80307" y="136706"/>
                    <a:pt x="62019" y="127181"/>
                    <a:pt x="55161" y="107655"/>
                  </a:cubicBezTo>
                  <a:cubicBezTo>
                    <a:pt x="54400" y="105645"/>
                    <a:pt x="55352" y="103378"/>
                    <a:pt x="57352" y="102587"/>
                  </a:cubicBezTo>
                  <a:cubicBezTo>
                    <a:pt x="57828" y="102416"/>
                    <a:pt x="58304" y="102321"/>
                    <a:pt x="58781" y="102321"/>
                  </a:cubicBezTo>
                  <a:lnTo>
                    <a:pt x="166223" y="102321"/>
                  </a:lnTo>
                  <a:cubicBezTo>
                    <a:pt x="168223" y="102330"/>
                    <a:pt x="169842" y="100787"/>
                    <a:pt x="170033" y="98796"/>
                  </a:cubicBezTo>
                  <a:cubicBezTo>
                    <a:pt x="170033" y="94415"/>
                    <a:pt x="170699" y="88795"/>
                    <a:pt x="170699" y="84223"/>
                  </a:cubicBezTo>
                  <a:cubicBezTo>
                    <a:pt x="169842" y="26882"/>
                    <a:pt x="130218" y="-930"/>
                    <a:pt x="88499" y="-930"/>
                  </a:cubicBezTo>
                  <a:close/>
                  <a:moveTo>
                    <a:pt x="117074" y="68983"/>
                  </a:moveTo>
                  <a:lnTo>
                    <a:pt x="58304" y="68983"/>
                  </a:lnTo>
                  <a:cubicBezTo>
                    <a:pt x="56113" y="68954"/>
                    <a:pt x="54400" y="67183"/>
                    <a:pt x="54495" y="65030"/>
                  </a:cubicBezTo>
                  <a:cubicBezTo>
                    <a:pt x="54495" y="64592"/>
                    <a:pt x="54495" y="64154"/>
                    <a:pt x="54684" y="63744"/>
                  </a:cubicBezTo>
                  <a:cubicBezTo>
                    <a:pt x="59257" y="49057"/>
                    <a:pt x="72973" y="39132"/>
                    <a:pt x="88308" y="39360"/>
                  </a:cubicBezTo>
                  <a:cubicBezTo>
                    <a:pt x="103548" y="39008"/>
                    <a:pt x="116978" y="49190"/>
                    <a:pt x="120789" y="63935"/>
                  </a:cubicBezTo>
                  <a:cubicBezTo>
                    <a:pt x="121455" y="65983"/>
                    <a:pt x="120407" y="68193"/>
                    <a:pt x="118312" y="68878"/>
                  </a:cubicBezTo>
                  <a:cubicBezTo>
                    <a:pt x="117646" y="69107"/>
                    <a:pt x="116883" y="69145"/>
                    <a:pt x="116217" y="68983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A2C8B3C-8942-4CC8-AF66-817886B2BB78}"/>
                </a:ext>
              </a:extLst>
            </p:cNvPr>
            <p:cNvSpPr/>
            <p:nvPr/>
          </p:nvSpPr>
          <p:spPr>
            <a:xfrm>
              <a:off x="6847046" y="6206130"/>
              <a:ext cx="52877" cy="170004"/>
            </a:xfrm>
            <a:custGeom>
              <a:avLst/>
              <a:gdLst>
                <a:gd name="connsiteX0" fmla="*/ 46969 w 52877"/>
                <a:gd name="connsiteY0" fmla="*/ -866 h 170004"/>
                <a:gd name="connsiteX1" fmla="*/ 1916 w 52877"/>
                <a:gd name="connsiteY1" fmla="*/ 8087 h 170004"/>
                <a:gd name="connsiteX2" fmla="*/ -1227 w 52877"/>
                <a:gd name="connsiteY2" fmla="*/ 11898 h 170004"/>
                <a:gd name="connsiteX3" fmla="*/ -1227 w 52877"/>
                <a:gd name="connsiteY3" fmla="*/ 165155 h 170004"/>
                <a:gd name="connsiteX4" fmla="*/ 2678 w 52877"/>
                <a:gd name="connsiteY4" fmla="*/ 169060 h 170004"/>
                <a:gd name="connsiteX5" fmla="*/ 47731 w 52877"/>
                <a:gd name="connsiteY5" fmla="*/ 169060 h 170004"/>
                <a:gd name="connsiteX6" fmla="*/ 51636 w 52877"/>
                <a:gd name="connsiteY6" fmla="*/ 165155 h 170004"/>
                <a:gd name="connsiteX7" fmla="*/ 51636 w 52877"/>
                <a:gd name="connsiteY7" fmla="*/ 3229 h 170004"/>
                <a:gd name="connsiteX8" fmla="*/ 48016 w 52877"/>
                <a:gd name="connsiteY8" fmla="*/ -933 h 170004"/>
                <a:gd name="connsiteX9" fmla="*/ 46969 w 52877"/>
                <a:gd name="connsiteY9" fmla="*/ -866 h 17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877" h="170004">
                  <a:moveTo>
                    <a:pt x="46969" y="-866"/>
                  </a:moveTo>
                  <a:lnTo>
                    <a:pt x="1916" y="8087"/>
                  </a:lnTo>
                  <a:cubicBezTo>
                    <a:pt x="106" y="8478"/>
                    <a:pt x="-1227" y="10059"/>
                    <a:pt x="-1227" y="11898"/>
                  </a:cubicBezTo>
                  <a:lnTo>
                    <a:pt x="-1227" y="165155"/>
                  </a:lnTo>
                  <a:cubicBezTo>
                    <a:pt x="-1227" y="167307"/>
                    <a:pt x="487" y="169060"/>
                    <a:pt x="2678" y="169060"/>
                  </a:cubicBezTo>
                  <a:lnTo>
                    <a:pt x="47731" y="169060"/>
                  </a:lnTo>
                  <a:cubicBezTo>
                    <a:pt x="49922" y="169060"/>
                    <a:pt x="51636" y="167307"/>
                    <a:pt x="51636" y="165155"/>
                  </a:cubicBezTo>
                  <a:lnTo>
                    <a:pt x="51636" y="3229"/>
                  </a:lnTo>
                  <a:cubicBezTo>
                    <a:pt x="51826" y="1077"/>
                    <a:pt x="50113" y="-790"/>
                    <a:pt x="48016" y="-933"/>
                  </a:cubicBezTo>
                  <a:cubicBezTo>
                    <a:pt x="47636" y="-962"/>
                    <a:pt x="47350" y="-933"/>
                    <a:pt x="46969" y="-866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EA7D301-A89C-40A0-B92B-CC237052BD44}"/>
                </a:ext>
              </a:extLst>
            </p:cNvPr>
            <p:cNvSpPr/>
            <p:nvPr/>
          </p:nvSpPr>
          <p:spPr>
            <a:xfrm>
              <a:off x="6933247" y="6201443"/>
              <a:ext cx="149923" cy="179169"/>
            </a:xfrm>
            <a:custGeom>
              <a:avLst/>
              <a:gdLst>
                <a:gd name="connsiteX0" fmla="*/ 96214 w 149923"/>
                <a:gd name="connsiteY0" fmla="*/ 69638 h 179169"/>
                <a:gd name="connsiteX1" fmla="*/ 52398 w 149923"/>
                <a:gd name="connsiteY1" fmla="*/ 51921 h 179169"/>
                <a:gd name="connsiteX2" fmla="*/ 74592 w 149923"/>
                <a:gd name="connsiteY2" fmla="*/ 39730 h 179169"/>
                <a:gd name="connsiteX3" fmla="*/ 133361 w 149923"/>
                <a:gd name="connsiteY3" fmla="*/ 55160 h 179169"/>
                <a:gd name="connsiteX4" fmla="*/ 138600 w 149923"/>
                <a:gd name="connsiteY4" fmla="*/ 53370 h 179169"/>
                <a:gd name="connsiteX5" fmla="*/ 138982 w 149923"/>
                <a:gd name="connsiteY5" fmla="*/ 51636 h 179169"/>
                <a:gd name="connsiteX6" fmla="*/ 138982 w 149923"/>
                <a:gd name="connsiteY6" fmla="*/ 15060 h 179169"/>
                <a:gd name="connsiteX7" fmla="*/ 136696 w 149923"/>
                <a:gd name="connsiteY7" fmla="*/ 11536 h 179169"/>
                <a:gd name="connsiteX8" fmla="*/ 73545 w 149923"/>
                <a:gd name="connsiteY8" fmla="*/ -942 h 179169"/>
                <a:gd name="connsiteX9" fmla="*/ -1227 w 149923"/>
                <a:gd name="connsiteY9" fmla="*/ 56208 h 179169"/>
                <a:gd name="connsiteX10" fmla="*/ 50303 w 149923"/>
                <a:gd name="connsiteY10" fmla="*/ 105928 h 179169"/>
                <a:gd name="connsiteX11" fmla="*/ 95166 w 149923"/>
                <a:gd name="connsiteY11" fmla="*/ 124312 h 179169"/>
                <a:gd name="connsiteX12" fmla="*/ 71830 w 149923"/>
                <a:gd name="connsiteY12" fmla="*/ 137551 h 179169"/>
                <a:gd name="connsiteX13" fmla="*/ 10108 w 149923"/>
                <a:gd name="connsiteY13" fmla="*/ 120882 h 179169"/>
                <a:gd name="connsiteX14" fmla="*/ 4869 w 149923"/>
                <a:gd name="connsiteY14" fmla="*/ 122531 h 179169"/>
                <a:gd name="connsiteX15" fmla="*/ 4393 w 149923"/>
                <a:gd name="connsiteY15" fmla="*/ 124312 h 179169"/>
                <a:gd name="connsiteX16" fmla="*/ 4393 w 149923"/>
                <a:gd name="connsiteY16" fmla="*/ 161554 h 179169"/>
                <a:gd name="connsiteX17" fmla="*/ 6584 w 149923"/>
                <a:gd name="connsiteY17" fmla="*/ 165079 h 179169"/>
                <a:gd name="connsiteX18" fmla="*/ 71830 w 149923"/>
                <a:gd name="connsiteY18" fmla="*/ 178223 h 179169"/>
                <a:gd name="connsiteX19" fmla="*/ 148696 w 149923"/>
                <a:gd name="connsiteY19" fmla="*/ 120216 h 179169"/>
                <a:gd name="connsiteX20" fmla="*/ 96214 w 149923"/>
                <a:gd name="connsiteY20" fmla="*/ 69638 h 179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9923" h="179169">
                  <a:moveTo>
                    <a:pt x="96214" y="69638"/>
                  </a:moveTo>
                  <a:cubicBezTo>
                    <a:pt x="70782" y="63352"/>
                    <a:pt x="52398" y="64399"/>
                    <a:pt x="52398" y="51921"/>
                  </a:cubicBezTo>
                  <a:cubicBezTo>
                    <a:pt x="52398" y="43921"/>
                    <a:pt x="60685" y="39730"/>
                    <a:pt x="74592" y="39730"/>
                  </a:cubicBezTo>
                  <a:cubicBezTo>
                    <a:pt x="95071" y="40597"/>
                    <a:pt x="115074" y="45864"/>
                    <a:pt x="133361" y="55160"/>
                  </a:cubicBezTo>
                  <a:cubicBezTo>
                    <a:pt x="135267" y="56103"/>
                    <a:pt x="137648" y="55303"/>
                    <a:pt x="138600" y="53370"/>
                  </a:cubicBezTo>
                  <a:cubicBezTo>
                    <a:pt x="138886" y="52827"/>
                    <a:pt x="138982" y="52236"/>
                    <a:pt x="138982" y="51636"/>
                  </a:cubicBezTo>
                  <a:lnTo>
                    <a:pt x="138982" y="15060"/>
                  </a:lnTo>
                  <a:cubicBezTo>
                    <a:pt x="138982" y="13536"/>
                    <a:pt x="138124" y="12145"/>
                    <a:pt x="136696" y="11536"/>
                  </a:cubicBezTo>
                  <a:cubicBezTo>
                    <a:pt x="116692" y="3192"/>
                    <a:pt x="95261" y="-1047"/>
                    <a:pt x="73545" y="-942"/>
                  </a:cubicBezTo>
                  <a:cubicBezTo>
                    <a:pt x="31158" y="-942"/>
                    <a:pt x="-846" y="19537"/>
                    <a:pt x="-1227" y="56208"/>
                  </a:cubicBezTo>
                  <a:cubicBezTo>
                    <a:pt x="-1227" y="84783"/>
                    <a:pt x="17823" y="97927"/>
                    <a:pt x="50303" y="105928"/>
                  </a:cubicBezTo>
                  <a:cubicBezTo>
                    <a:pt x="76021" y="112500"/>
                    <a:pt x="95166" y="111167"/>
                    <a:pt x="95166" y="124312"/>
                  </a:cubicBezTo>
                  <a:cubicBezTo>
                    <a:pt x="95166" y="133837"/>
                    <a:pt x="86403" y="137551"/>
                    <a:pt x="71830" y="137551"/>
                  </a:cubicBezTo>
                  <a:cubicBezTo>
                    <a:pt x="50303" y="136694"/>
                    <a:pt x="29158" y="130989"/>
                    <a:pt x="10108" y="120882"/>
                  </a:cubicBezTo>
                  <a:cubicBezTo>
                    <a:pt x="8202" y="119882"/>
                    <a:pt x="5821" y="120625"/>
                    <a:pt x="4869" y="122531"/>
                  </a:cubicBezTo>
                  <a:cubicBezTo>
                    <a:pt x="4584" y="123083"/>
                    <a:pt x="4393" y="123693"/>
                    <a:pt x="4393" y="124312"/>
                  </a:cubicBezTo>
                  <a:lnTo>
                    <a:pt x="4393" y="161554"/>
                  </a:lnTo>
                  <a:cubicBezTo>
                    <a:pt x="4393" y="163050"/>
                    <a:pt x="5250" y="164402"/>
                    <a:pt x="6584" y="165079"/>
                  </a:cubicBezTo>
                  <a:cubicBezTo>
                    <a:pt x="27252" y="173861"/>
                    <a:pt x="49446" y="178338"/>
                    <a:pt x="71830" y="178223"/>
                  </a:cubicBezTo>
                  <a:cubicBezTo>
                    <a:pt x="115645" y="178223"/>
                    <a:pt x="148030" y="157744"/>
                    <a:pt x="148696" y="120216"/>
                  </a:cubicBezTo>
                  <a:cubicBezTo>
                    <a:pt x="148696" y="90117"/>
                    <a:pt x="128885" y="77639"/>
                    <a:pt x="96214" y="6963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8D3FAF1-FE72-4EFE-99CA-5E97AD598A1A}"/>
                </a:ext>
              </a:extLst>
            </p:cNvPr>
            <p:cNvSpPr/>
            <p:nvPr/>
          </p:nvSpPr>
          <p:spPr>
            <a:xfrm>
              <a:off x="7114889" y="6201395"/>
              <a:ext cx="274129" cy="175310"/>
            </a:xfrm>
            <a:custGeom>
              <a:avLst/>
              <a:gdLst>
                <a:gd name="connsiteX0" fmla="*/ 213561 w 274129"/>
                <a:gd name="connsiteY0" fmla="*/ -893 h 175310"/>
                <a:gd name="connsiteX1" fmla="*/ 156411 w 274129"/>
                <a:gd name="connsiteY1" fmla="*/ 20633 h 175310"/>
                <a:gd name="connsiteX2" fmla="*/ 150887 w 274129"/>
                <a:gd name="connsiteY2" fmla="*/ 20043 h 175310"/>
                <a:gd name="connsiteX3" fmla="*/ 150791 w 274129"/>
                <a:gd name="connsiteY3" fmla="*/ 19871 h 175310"/>
                <a:gd name="connsiteX4" fmla="*/ 103166 w 274129"/>
                <a:gd name="connsiteY4" fmla="*/ -893 h 175310"/>
                <a:gd name="connsiteX5" fmla="*/ 51636 w 274129"/>
                <a:gd name="connsiteY5" fmla="*/ 18157 h 175310"/>
                <a:gd name="connsiteX6" fmla="*/ 50970 w 274129"/>
                <a:gd name="connsiteY6" fmla="*/ 18157 h 175310"/>
                <a:gd name="connsiteX7" fmla="*/ 50970 w 274129"/>
                <a:gd name="connsiteY7" fmla="*/ 7679 h 175310"/>
                <a:gd name="connsiteX8" fmla="*/ 47064 w 274129"/>
                <a:gd name="connsiteY8" fmla="*/ 3793 h 175310"/>
                <a:gd name="connsiteX9" fmla="*/ 46302 w 274129"/>
                <a:gd name="connsiteY9" fmla="*/ 3869 h 175310"/>
                <a:gd name="connsiteX10" fmla="*/ 1916 w 274129"/>
                <a:gd name="connsiteY10" fmla="*/ 12727 h 175310"/>
                <a:gd name="connsiteX11" fmla="*/ -1227 w 274129"/>
                <a:gd name="connsiteY11" fmla="*/ 16538 h 175310"/>
                <a:gd name="connsiteX12" fmla="*/ -1227 w 274129"/>
                <a:gd name="connsiteY12" fmla="*/ 170081 h 175310"/>
                <a:gd name="connsiteX13" fmla="*/ 2678 w 274129"/>
                <a:gd name="connsiteY13" fmla="*/ 173986 h 175310"/>
                <a:gd name="connsiteX14" fmla="*/ 47731 w 274129"/>
                <a:gd name="connsiteY14" fmla="*/ 173986 h 175310"/>
                <a:gd name="connsiteX15" fmla="*/ 51636 w 274129"/>
                <a:gd name="connsiteY15" fmla="*/ 170081 h 175310"/>
                <a:gd name="connsiteX16" fmla="*/ 51636 w 274129"/>
                <a:gd name="connsiteY16" fmla="*/ 60448 h 175310"/>
                <a:gd name="connsiteX17" fmla="*/ 53065 w 274129"/>
                <a:gd name="connsiteY17" fmla="*/ 57400 h 175310"/>
                <a:gd name="connsiteX18" fmla="*/ 85069 w 274129"/>
                <a:gd name="connsiteY18" fmla="*/ 44636 h 175310"/>
                <a:gd name="connsiteX19" fmla="*/ 103166 w 274129"/>
                <a:gd name="connsiteY19" fmla="*/ 51970 h 175310"/>
                <a:gd name="connsiteX20" fmla="*/ 109358 w 274129"/>
                <a:gd name="connsiteY20" fmla="*/ 75211 h 175310"/>
                <a:gd name="connsiteX21" fmla="*/ 109358 w 274129"/>
                <a:gd name="connsiteY21" fmla="*/ 170461 h 175310"/>
                <a:gd name="connsiteX22" fmla="*/ 113263 w 274129"/>
                <a:gd name="connsiteY22" fmla="*/ 174367 h 175310"/>
                <a:gd name="connsiteX23" fmla="*/ 158316 w 274129"/>
                <a:gd name="connsiteY23" fmla="*/ 174367 h 175310"/>
                <a:gd name="connsiteX24" fmla="*/ 162222 w 274129"/>
                <a:gd name="connsiteY24" fmla="*/ 170461 h 175310"/>
                <a:gd name="connsiteX25" fmla="*/ 162222 w 274129"/>
                <a:gd name="connsiteY25" fmla="*/ 66544 h 175310"/>
                <a:gd name="connsiteX26" fmla="*/ 162222 w 274129"/>
                <a:gd name="connsiteY26" fmla="*/ 60828 h 175310"/>
                <a:gd name="connsiteX27" fmla="*/ 163555 w 274129"/>
                <a:gd name="connsiteY27" fmla="*/ 57590 h 175310"/>
                <a:gd name="connsiteX28" fmla="*/ 195749 w 274129"/>
                <a:gd name="connsiteY28" fmla="*/ 44636 h 175310"/>
                <a:gd name="connsiteX29" fmla="*/ 213751 w 274129"/>
                <a:gd name="connsiteY29" fmla="*/ 51970 h 175310"/>
                <a:gd name="connsiteX30" fmla="*/ 220038 w 274129"/>
                <a:gd name="connsiteY30" fmla="*/ 75211 h 175310"/>
                <a:gd name="connsiteX31" fmla="*/ 220038 w 274129"/>
                <a:gd name="connsiteY31" fmla="*/ 170461 h 175310"/>
                <a:gd name="connsiteX32" fmla="*/ 223944 w 274129"/>
                <a:gd name="connsiteY32" fmla="*/ 174367 h 175310"/>
                <a:gd name="connsiteX33" fmla="*/ 268997 w 274129"/>
                <a:gd name="connsiteY33" fmla="*/ 174367 h 175310"/>
                <a:gd name="connsiteX34" fmla="*/ 272902 w 274129"/>
                <a:gd name="connsiteY34" fmla="*/ 170461 h 175310"/>
                <a:gd name="connsiteX35" fmla="*/ 272902 w 274129"/>
                <a:gd name="connsiteY35" fmla="*/ 66544 h 175310"/>
                <a:gd name="connsiteX36" fmla="*/ 257281 w 274129"/>
                <a:gd name="connsiteY36" fmla="*/ 16156 h 175310"/>
                <a:gd name="connsiteX37" fmla="*/ 213561 w 274129"/>
                <a:gd name="connsiteY37" fmla="*/ -893 h 17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74129" h="175310">
                  <a:moveTo>
                    <a:pt x="213561" y="-893"/>
                  </a:moveTo>
                  <a:cubicBezTo>
                    <a:pt x="192511" y="-808"/>
                    <a:pt x="172223" y="6831"/>
                    <a:pt x="156411" y="20633"/>
                  </a:cubicBezTo>
                  <a:cubicBezTo>
                    <a:pt x="154697" y="21985"/>
                    <a:pt x="152316" y="21719"/>
                    <a:pt x="150887" y="20043"/>
                  </a:cubicBezTo>
                  <a:cubicBezTo>
                    <a:pt x="150887" y="19986"/>
                    <a:pt x="150791" y="19928"/>
                    <a:pt x="150791" y="19871"/>
                  </a:cubicBezTo>
                  <a:cubicBezTo>
                    <a:pt x="138980" y="6012"/>
                    <a:pt x="121359" y="-1646"/>
                    <a:pt x="103166" y="-893"/>
                  </a:cubicBezTo>
                  <a:cubicBezTo>
                    <a:pt x="84307" y="-893"/>
                    <a:pt x="66019" y="5870"/>
                    <a:pt x="51636" y="18157"/>
                  </a:cubicBezTo>
                  <a:lnTo>
                    <a:pt x="50970" y="18157"/>
                  </a:lnTo>
                  <a:lnTo>
                    <a:pt x="50970" y="7679"/>
                  </a:lnTo>
                  <a:cubicBezTo>
                    <a:pt x="50970" y="5527"/>
                    <a:pt x="49160" y="3784"/>
                    <a:pt x="47064" y="3793"/>
                  </a:cubicBezTo>
                  <a:cubicBezTo>
                    <a:pt x="46779" y="3793"/>
                    <a:pt x="46588" y="3821"/>
                    <a:pt x="46302" y="3869"/>
                  </a:cubicBezTo>
                  <a:lnTo>
                    <a:pt x="1916" y="12727"/>
                  </a:lnTo>
                  <a:cubicBezTo>
                    <a:pt x="106" y="13118"/>
                    <a:pt x="-1227" y="14699"/>
                    <a:pt x="-1227" y="16538"/>
                  </a:cubicBezTo>
                  <a:lnTo>
                    <a:pt x="-1227" y="170081"/>
                  </a:lnTo>
                  <a:cubicBezTo>
                    <a:pt x="-1227" y="172233"/>
                    <a:pt x="487" y="173986"/>
                    <a:pt x="2678" y="173986"/>
                  </a:cubicBezTo>
                  <a:lnTo>
                    <a:pt x="47731" y="173986"/>
                  </a:lnTo>
                  <a:cubicBezTo>
                    <a:pt x="49922" y="173986"/>
                    <a:pt x="51636" y="172233"/>
                    <a:pt x="51636" y="170081"/>
                  </a:cubicBezTo>
                  <a:lnTo>
                    <a:pt x="51636" y="60448"/>
                  </a:lnTo>
                  <a:cubicBezTo>
                    <a:pt x="51636" y="59266"/>
                    <a:pt x="52112" y="58152"/>
                    <a:pt x="53065" y="57400"/>
                  </a:cubicBezTo>
                  <a:cubicBezTo>
                    <a:pt x="62114" y="49808"/>
                    <a:pt x="73258" y="45332"/>
                    <a:pt x="85069" y="44636"/>
                  </a:cubicBezTo>
                  <a:cubicBezTo>
                    <a:pt x="91832" y="44370"/>
                    <a:pt x="98499" y="47036"/>
                    <a:pt x="103166" y="51970"/>
                  </a:cubicBezTo>
                  <a:cubicBezTo>
                    <a:pt x="108120" y="58638"/>
                    <a:pt x="110310" y="66953"/>
                    <a:pt x="109358" y="75211"/>
                  </a:cubicBezTo>
                  <a:lnTo>
                    <a:pt x="109358" y="170461"/>
                  </a:lnTo>
                  <a:cubicBezTo>
                    <a:pt x="109358" y="172614"/>
                    <a:pt x="111073" y="174367"/>
                    <a:pt x="113263" y="174367"/>
                  </a:cubicBezTo>
                  <a:lnTo>
                    <a:pt x="158316" y="174367"/>
                  </a:lnTo>
                  <a:cubicBezTo>
                    <a:pt x="160507" y="174367"/>
                    <a:pt x="162222" y="172614"/>
                    <a:pt x="162222" y="170461"/>
                  </a:cubicBezTo>
                  <a:lnTo>
                    <a:pt x="162222" y="66544"/>
                  </a:lnTo>
                  <a:cubicBezTo>
                    <a:pt x="162222" y="64734"/>
                    <a:pt x="162222" y="62734"/>
                    <a:pt x="162222" y="60828"/>
                  </a:cubicBezTo>
                  <a:cubicBezTo>
                    <a:pt x="162127" y="59600"/>
                    <a:pt x="162602" y="58390"/>
                    <a:pt x="163555" y="57590"/>
                  </a:cubicBezTo>
                  <a:cubicBezTo>
                    <a:pt x="172509" y="49780"/>
                    <a:pt x="183843" y="45217"/>
                    <a:pt x="195749" y="44636"/>
                  </a:cubicBezTo>
                  <a:cubicBezTo>
                    <a:pt x="202513" y="44350"/>
                    <a:pt x="209084" y="47027"/>
                    <a:pt x="213751" y="51970"/>
                  </a:cubicBezTo>
                  <a:cubicBezTo>
                    <a:pt x="218895" y="58543"/>
                    <a:pt x="221181" y="66934"/>
                    <a:pt x="220038" y="75211"/>
                  </a:cubicBezTo>
                  <a:lnTo>
                    <a:pt x="220038" y="170461"/>
                  </a:lnTo>
                  <a:cubicBezTo>
                    <a:pt x="220038" y="172614"/>
                    <a:pt x="221753" y="174367"/>
                    <a:pt x="223944" y="174367"/>
                  </a:cubicBezTo>
                  <a:lnTo>
                    <a:pt x="268997" y="174367"/>
                  </a:lnTo>
                  <a:cubicBezTo>
                    <a:pt x="271187" y="174367"/>
                    <a:pt x="272902" y="172614"/>
                    <a:pt x="272902" y="170461"/>
                  </a:cubicBezTo>
                  <a:lnTo>
                    <a:pt x="272902" y="66544"/>
                  </a:lnTo>
                  <a:cubicBezTo>
                    <a:pt x="272902" y="42160"/>
                    <a:pt x="268045" y="27206"/>
                    <a:pt x="257281" y="16156"/>
                  </a:cubicBezTo>
                  <a:cubicBezTo>
                    <a:pt x="245660" y="4727"/>
                    <a:pt x="229849" y="-1436"/>
                    <a:pt x="213561" y="-893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A6887BF-1868-4E0B-8378-761256EE7E5B}"/>
                </a:ext>
              </a:extLst>
            </p:cNvPr>
            <p:cNvSpPr/>
            <p:nvPr/>
          </p:nvSpPr>
          <p:spPr>
            <a:xfrm>
              <a:off x="7515510" y="6201823"/>
              <a:ext cx="151356" cy="178697"/>
            </a:xfrm>
            <a:custGeom>
              <a:avLst/>
              <a:gdLst>
                <a:gd name="connsiteX0" fmla="*/ 144124 w 151356"/>
                <a:gd name="connsiteY0" fmla="*/ 119550 h 178697"/>
                <a:gd name="connsiteX1" fmla="*/ 99928 w 151356"/>
                <a:gd name="connsiteY1" fmla="*/ 132504 h 178697"/>
                <a:gd name="connsiteX2" fmla="*/ 51637 w 151356"/>
                <a:gd name="connsiteY2" fmla="*/ 88022 h 178697"/>
                <a:gd name="connsiteX3" fmla="*/ 95833 w 151356"/>
                <a:gd name="connsiteY3" fmla="*/ 43055 h 178697"/>
                <a:gd name="connsiteX4" fmla="*/ 99262 w 151356"/>
                <a:gd name="connsiteY4" fmla="*/ 43159 h 178697"/>
                <a:gd name="connsiteX5" fmla="*/ 141743 w 151356"/>
                <a:gd name="connsiteY5" fmla="*/ 55637 h 178697"/>
                <a:gd name="connsiteX6" fmla="*/ 147078 w 151356"/>
                <a:gd name="connsiteY6" fmla="*/ 54133 h 178697"/>
                <a:gd name="connsiteX7" fmla="*/ 147553 w 151356"/>
                <a:gd name="connsiteY7" fmla="*/ 52304 h 178697"/>
                <a:gd name="connsiteX8" fmla="*/ 147553 w 151356"/>
                <a:gd name="connsiteY8" fmla="*/ 12965 h 178697"/>
                <a:gd name="connsiteX9" fmla="*/ 145363 w 151356"/>
                <a:gd name="connsiteY9" fmla="*/ 9441 h 178697"/>
                <a:gd name="connsiteX10" fmla="*/ 96785 w 151356"/>
                <a:gd name="connsiteY10" fmla="*/ -941 h 178697"/>
                <a:gd name="connsiteX11" fmla="*/ -1227 w 151356"/>
                <a:gd name="connsiteY11" fmla="*/ 88785 h 178697"/>
                <a:gd name="connsiteX12" fmla="*/ 94023 w 151356"/>
                <a:gd name="connsiteY12" fmla="*/ 177748 h 178697"/>
                <a:gd name="connsiteX13" fmla="*/ 148030 w 151356"/>
                <a:gd name="connsiteY13" fmla="*/ 165365 h 178697"/>
                <a:gd name="connsiteX14" fmla="*/ 150125 w 151356"/>
                <a:gd name="connsiteY14" fmla="*/ 161936 h 178697"/>
                <a:gd name="connsiteX15" fmla="*/ 150125 w 151356"/>
                <a:gd name="connsiteY15" fmla="*/ 122979 h 178697"/>
                <a:gd name="connsiteX16" fmla="*/ 146315 w 151356"/>
                <a:gd name="connsiteY16" fmla="*/ 118940 h 178697"/>
                <a:gd name="connsiteX17" fmla="*/ 144124 w 151356"/>
                <a:gd name="connsiteY17" fmla="*/ 119550 h 178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1356" h="178697">
                  <a:moveTo>
                    <a:pt x="144124" y="119550"/>
                  </a:moveTo>
                  <a:cubicBezTo>
                    <a:pt x="130789" y="127751"/>
                    <a:pt x="115549" y="132219"/>
                    <a:pt x="99928" y="132504"/>
                  </a:cubicBezTo>
                  <a:cubicBezTo>
                    <a:pt x="71353" y="132504"/>
                    <a:pt x="51637" y="114121"/>
                    <a:pt x="51637" y="88022"/>
                  </a:cubicBezTo>
                  <a:cubicBezTo>
                    <a:pt x="51446" y="63400"/>
                    <a:pt x="71164" y="43274"/>
                    <a:pt x="95833" y="43055"/>
                  </a:cubicBezTo>
                  <a:cubicBezTo>
                    <a:pt x="96976" y="43045"/>
                    <a:pt x="98119" y="43083"/>
                    <a:pt x="99262" y="43159"/>
                  </a:cubicBezTo>
                  <a:cubicBezTo>
                    <a:pt x="114216" y="43607"/>
                    <a:pt x="128885" y="47903"/>
                    <a:pt x="141743" y="55637"/>
                  </a:cubicBezTo>
                  <a:cubicBezTo>
                    <a:pt x="143649" y="56695"/>
                    <a:pt x="146030" y="56019"/>
                    <a:pt x="147078" y="54133"/>
                  </a:cubicBezTo>
                  <a:cubicBezTo>
                    <a:pt x="147364" y="53570"/>
                    <a:pt x="147553" y="52942"/>
                    <a:pt x="147553" y="52304"/>
                  </a:cubicBezTo>
                  <a:lnTo>
                    <a:pt x="147553" y="12965"/>
                  </a:lnTo>
                  <a:cubicBezTo>
                    <a:pt x="147553" y="11470"/>
                    <a:pt x="146696" y="10098"/>
                    <a:pt x="145363" y="9441"/>
                  </a:cubicBezTo>
                  <a:cubicBezTo>
                    <a:pt x="130123" y="2488"/>
                    <a:pt x="113549" y="-1055"/>
                    <a:pt x="96785" y="-941"/>
                  </a:cubicBezTo>
                  <a:cubicBezTo>
                    <a:pt x="43255" y="-941"/>
                    <a:pt x="-1227" y="34873"/>
                    <a:pt x="-1227" y="88785"/>
                  </a:cubicBezTo>
                  <a:cubicBezTo>
                    <a:pt x="-1227" y="140219"/>
                    <a:pt x="39064" y="177748"/>
                    <a:pt x="94023" y="177748"/>
                  </a:cubicBezTo>
                  <a:cubicBezTo>
                    <a:pt x="112788" y="177929"/>
                    <a:pt x="131266" y="173690"/>
                    <a:pt x="148030" y="165365"/>
                  </a:cubicBezTo>
                  <a:cubicBezTo>
                    <a:pt x="149268" y="164679"/>
                    <a:pt x="150125" y="163375"/>
                    <a:pt x="150125" y="161936"/>
                  </a:cubicBezTo>
                  <a:lnTo>
                    <a:pt x="150125" y="122979"/>
                  </a:lnTo>
                  <a:cubicBezTo>
                    <a:pt x="150220" y="120826"/>
                    <a:pt x="148507" y="119016"/>
                    <a:pt x="146315" y="118940"/>
                  </a:cubicBezTo>
                  <a:cubicBezTo>
                    <a:pt x="145553" y="118912"/>
                    <a:pt x="144792" y="119122"/>
                    <a:pt x="144124" y="11955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7E3495C-BC81-4442-A32D-7B3AC928592E}"/>
                </a:ext>
              </a:extLst>
            </p:cNvPr>
            <p:cNvSpPr/>
            <p:nvPr/>
          </p:nvSpPr>
          <p:spPr>
            <a:xfrm>
              <a:off x="7429214" y="6206130"/>
              <a:ext cx="52877" cy="170004"/>
            </a:xfrm>
            <a:custGeom>
              <a:avLst/>
              <a:gdLst>
                <a:gd name="connsiteX0" fmla="*/ 46969 w 52877"/>
                <a:gd name="connsiteY0" fmla="*/ -866 h 170004"/>
                <a:gd name="connsiteX1" fmla="*/ 1916 w 52877"/>
                <a:gd name="connsiteY1" fmla="*/ 8087 h 170004"/>
                <a:gd name="connsiteX2" fmla="*/ -1227 w 52877"/>
                <a:gd name="connsiteY2" fmla="*/ 11898 h 170004"/>
                <a:gd name="connsiteX3" fmla="*/ -1227 w 52877"/>
                <a:gd name="connsiteY3" fmla="*/ 165155 h 170004"/>
                <a:gd name="connsiteX4" fmla="*/ 2678 w 52877"/>
                <a:gd name="connsiteY4" fmla="*/ 169060 h 170004"/>
                <a:gd name="connsiteX5" fmla="*/ 47731 w 52877"/>
                <a:gd name="connsiteY5" fmla="*/ 169060 h 170004"/>
                <a:gd name="connsiteX6" fmla="*/ 51636 w 52877"/>
                <a:gd name="connsiteY6" fmla="*/ 165155 h 170004"/>
                <a:gd name="connsiteX7" fmla="*/ 51636 w 52877"/>
                <a:gd name="connsiteY7" fmla="*/ 3229 h 170004"/>
                <a:gd name="connsiteX8" fmla="*/ 48016 w 52877"/>
                <a:gd name="connsiteY8" fmla="*/ -933 h 170004"/>
                <a:gd name="connsiteX9" fmla="*/ 46969 w 52877"/>
                <a:gd name="connsiteY9" fmla="*/ -866 h 17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877" h="170004">
                  <a:moveTo>
                    <a:pt x="46969" y="-866"/>
                  </a:moveTo>
                  <a:lnTo>
                    <a:pt x="1916" y="8087"/>
                  </a:lnTo>
                  <a:cubicBezTo>
                    <a:pt x="106" y="8478"/>
                    <a:pt x="-1227" y="10059"/>
                    <a:pt x="-1227" y="11898"/>
                  </a:cubicBezTo>
                  <a:lnTo>
                    <a:pt x="-1227" y="165155"/>
                  </a:lnTo>
                  <a:cubicBezTo>
                    <a:pt x="-1227" y="167307"/>
                    <a:pt x="487" y="169060"/>
                    <a:pt x="2678" y="169060"/>
                  </a:cubicBezTo>
                  <a:lnTo>
                    <a:pt x="47731" y="169060"/>
                  </a:lnTo>
                  <a:cubicBezTo>
                    <a:pt x="49922" y="169060"/>
                    <a:pt x="51636" y="167307"/>
                    <a:pt x="51636" y="165155"/>
                  </a:cubicBezTo>
                  <a:lnTo>
                    <a:pt x="51636" y="3229"/>
                  </a:lnTo>
                  <a:cubicBezTo>
                    <a:pt x="51826" y="1077"/>
                    <a:pt x="50113" y="-790"/>
                    <a:pt x="48016" y="-933"/>
                  </a:cubicBezTo>
                  <a:cubicBezTo>
                    <a:pt x="47636" y="-962"/>
                    <a:pt x="47350" y="-933"/>
                    <a:pt x="46969" y="-866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E89C392-7974-4473-932C-2F8086386EB0}"/>
                </a:ext>
              </a:extLst>
            </p:cNvPr>
            <p:cNvSpPr/>
            <p:nvPr/>
          </p:nvSpPr>
          <p:spPr>
            <a:xfrm>
              <a:off x="6843331" y="6120864"/>
              <a:ext cx="60388" cy="60388"/>
            </a:xfrm>
            <a:custGeom>
              <a:avLst/>
              <a:gdLst>
                <a:gd name="connsiteX0" fmla="*/ 60389 w 60388"/>
                <a:gd name="connsiteY0" fmla="*/ 30194 h 60388"/>
                <a:gd name="connsiteX1" fmla="*/ 30194 w 60388"/>
                <a:gd name="connsiteY1" fmla="*/ 60389 h 60388"/>
                <a:gd name="connsiteX2" fmla="*/ 0 w 60388"/>
                <a:gd name="connsiteY2" fmla="*/ 30194 h 60388"/>
                <a:gd name="connsiteX3" fmla="*/ 30194 w 60388"/>
                <a:gd name="connsiteY3" fmla="*/ 0 h 60388"/>
                <a:gd name="connsiteX4" fmla="*/ 60389 w 60388"/>
                <a:gd name="connsiteY4" fmla="*/ 30194 h 6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388" h="60388">
                  <a:moveTo>
                    <a:pt x="60389" y="30194"/>
                  </a:moveTo>
                  <a:cubicBezTo>
                    <a:pt x="60389" y="46870"/>
                    <a:pt x="46870" y="60389"/>
                    <a:pt x="30194" y="60389"/>
                  </a:cubicBezTo>
                  <a:cubicBezTo>
                    <a:pt x="13518" y="60389"/>
                    <a:pt x="0" y="46870"/>
                    <a:pt x="0" y="30194"/>
                  </a:cubicBezTo>
                  <a:cubicBezTo>
                    <a:pt x="0" y="13518"/>
                    <a:pt x="13518" y="0"/>
                    <a:pt x="30194" y="0"/>
                  </a:cubicBezTo>
                  <a:cubicBezTo>
                    <a:pt x="46870" y="0"/>
                    <a:pt x="60389" y="13518"/>
                    <a:pt x="60389" y="30194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CF77F79-C575-42CC-912F-ED8D20CDCF02}"/>
                </a:ext>
              </a:extLst>
            </p:cNvPr>
            <p:cNvSpPr/>
            <p:nvPr/>
          </p:nvSpPr>
          <p:spPr>
            <a:xfrm>
              <a:off x="7425499" y="6120483"/>
              <a:ext cx="60388" cy="60388"/>
            </a:xfrm>
            <a:custGeom>
              <a:avLst/>
              <a:gdLst>
                <a:gd name="connsiteX0" fmla="*/ 28967 w 60388"/>
                <a:gd name="connsiteY0" fmla="*/ -944 h 60388"/>
                <a:gd name="connsiteX1" fmla="*/ -1227 w 60388"/>
                <a:gd name="connsiteY1" fmla="*/ 29250 h 60388"/>
                <a:gd name="connsiteX2" fmla="*/ 28967 w 60388"/>
                <a:gd name="connsiteY2" fmla="*/ 59445 h 60388"/>
                <a:gd name="connsiteX3" fmla="*/ 59161 w 60388"/>
                <a:gd name="connsiteY3" fmla="*/ 29250 h 60388"/>
                <a:gd name="connsiteX4" fmla="*/ 59161 w 60388"/>
                <a:gd name="connsiteY4" fmla="*/ 29155 h 60388"/>
                <a:gd name="connsiteX5" fmla="*/ 29063 w 60388"/>
                <a:gd name="connsiteY5" fmla="*/ -944 h 60388"/>
                <a:gd name="connsiteX6" fmla="*/ 28967 w 60388"/>
                <a:gd name="connsiteY6" fmla="*/ -944 h 6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388" h="60388">
                  <a:moveTo>
                    <a:pt x="28967" y="-944"/>
                  </a:moveTo>
                  <a:cubicBezTo>
                    <a:pt x="12299" y="-944"/>
                    <a:pt x="-1227" y="12572"/>
                    <a:pt x="-1227" y="29250"/>
                  </a:cubicBezTo>
                  <a:cubicBezTo>
                    <a:pt x="-1227" y="45929"/>
                    <a:pt x="12299" y="59445"/>
                    <a:pt x="28967" y="59445"/>
                  </a:cubicBezTo>
                  <a:cubicBezTo>
                    <a:pt x="45636" y="59445"/>
                    <a:pt x="59161" y="45929"/>
                    <a:pt x="59161" y="29250"/>
                  </a:cubicBezTo>
                  <a:cubicBezTo>
                    <a:pt x="59161" y="29222"/>
                    <a:pt x="59161" y="29184"/>
                    <a:pt x="59161" y="29155"/>
                  </a:cubicBezTo>
                  <a:cubicBezTo>
                    <a:pt x="59161" y="12534"/>
                    <a:pt x="45731" y="-944"/>
                    <a:pt x="29063" y="-944"/>
                  </a:cubicBezTo>
                  <a:cubicBezTo>
                    <a:pt x="29063" y="-944"/>
                    <a:pt x="28967" y="-944"/>
                    <a:pt x="28967" y="-944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aseline="-25000"/>
            </a:p>
          </p:txBody>
        </p:sp>
      </p:grpSp>
      <p:pic>
        <p:nvPicPr>
          <p:cNvPr id="30" name="Google Shape;1097;p15">
            <a:extLst>
              <a:ext uri="{FF2B5EF4-FFF2-40B4-BE49-F238E27FC236}">
                <a16:creationId xmlns:a16="http://schemas.microsoft.com/office/drawing/2014/main" id="{998E4A38-9585-7C3F-79B6-568EB0EC8ACC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500264" y="324173"/>
            <a:ext cx="393424" cy="393424"/>
          </a:xfrm>
          <a:prstGeom prst="rect">
            <a:avLst/>
          </a:prstGeom>
          <a:noFill/>
          <a:ln>
            <a:noFill/>
          </a:ln>
        </p:spPr>
      </p:pic>
    </p:spTree>
    <p:custDataLst/>
    <p:extLst>
      <p:ext uri="{BB962C8B-B14F-4D97-AF65-F5344CB8AC3E}">
        <p14:creationId xmlns:p14="http://schemas.microsoft.com/office/powerpoint/2010/main" val="716929597"/>
      </p:ext>
    </p:extLst>
  </p:cSld>
  <p:clrMapOvr>
    <a:masterClrMapping/>
  </p:clrMapOvr>
</p:sldLayout>
</file>

<file path=ppt/slideLayouts/slideLayout5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custDataLst/>
    <p:extLst>
      <p:ext uri="{BB962C8B-B14F-4D97-AF65-F5344CB8AC3E}">
        <p14:creationId xmlns:p14="http://schemas.microsoft.com/office/powerpoint/2010/main" val="1911499863"/>
      </p:ext>
    </p:extLst>
  </p:cSld>
  <p:clrMapOvr>
    <a:masterClrMapping/>
  </p:clrMapOvr>
</p:sldLayout>
</file>

<file path=ppt/slideLayouts/slideLayout6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Snip Same Side Corner Rectangle 6" hidden="1">
            <a:extLst>
              <a:ext uri="{FF2B5EF4-FFF2-40B4-BE49-F238E27FC236}">
                <a16:creationId xmlns:a16="http://schemas.microsoft.com/office/drawing/2014/main" id="{0CAC47E8-4A6B-F196-8A69-4665EAF9C934}"/>
              </a:ext>
            </a:extLst>
          </p:cNvPr>
          <p:cNvSpPr/>
          <p:nvPr userDrawn="1">
            <p:custDataLst/>
          </p:nvPr>
        </p:nvSpPr>
        <p:spPr>
          <a:xfrm>
            <a:off x="1103312" y="4644624"/>
            <a:ext cx="8946541" cy="897147"/>
          </a:xfrm>
          <a:prstGeom prst="snip2Same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  <a:endParaRPr lang="en-US" dirty="0"/>
          </a:p>
        </p:txBody>
      </p:sp>
    </p:spTree>
    <p:custDataLst/>
    <p:extLst>
      <p:ext uri="{BB962C8B-B14F-4D97-AF65-F5344CB8AC3E}">
        <p14:creationId xmlns:p14="http://schemas.microsoft.com/office/powerpoint/2010/main" val="4068948377"/>
      </p:ext>
    </p:extLst>
  </p:cSld>
  <p:clrMapOvr>
    <a:masterClrMapping/>
  </p:clrMapOvr>
</p:sldLayout>
</file>

<file path=ppt/slideLayouts/slideLayout7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 hidden="1">
            <a:extLst>
              <a:ext uri="{FF2B5EF4-FFF2-40B4-BE49-F238E27FC236}">
                <a16:creationId xmlns:a16="http://schemas.microsoft.com/office/drawing/2014/main" id="{BB5E28B4-F0C3-2612-E088-CF2F39472636}"/>
              </a:ext>
            </a:extLst>
          </p:cNvPr>
          <p:cNvSpPr/>
          <p:nvPr userDrawn="1">
            <p:custDataLst/>
          </p:nvPr>
        </p:nvSpPr>
        <p:spPr>
          <a:xfrm>
            <a:off x="0" y="3590354"/>
            <a:ext cx="12192000" cy="115594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  <a:endParaRPr lang="en-US" dirty="0"/>
          </a:p>
        </p:txBody>
      </p:sp>
    </p:spTree>
    <p:custDataLst/>
    <p:extLst>
      <p:ext uri="{BB962C8B-B14F-4D97-AF65-F5344CB8AC3E}">
        <p14:creationId xmlns:p14="http://schemas.microsoft.com/office/powerpoint/2010/main" val="372261233"/>
      </p:ext>
    </p:extLst>
  </p:cSld>
  <p:clrMapOvr>
    <a:masterClrMapping/>
  </p:clrMapOvr>
</p:sldLayout>
</file>

<file path=ppt/slideLayouts/slideLayout8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EC02AFB-DE0B-E4E0-A694-9C197E997FD1}"/>
              </a:ext>
            </a:extLst>
          </p:cNvPr>
          <p:cNvGraphicFramePr>
            <a:graphicFrameLocks noGrp="1"/>
          </p:cNvGraphicFramePr>
          <p:nvPr userDrawn="1">
            <p:custDataLst/>
            <p:extLst>
              <p:ext uri="{D42A27DB-BD31-4B8C-83A1-F6EECF244321}">
                <p14:modId xmlns:p14="http://schemas.microsoft.com/office/powerpoint/2010/main" val="2190982474"/>
              </p:ext>
            </p:extLst>
          </p:nvPr>
        </p:nvGraphicFramePr>
        <p:xfrm>
          <a:off x="762000" y="465666"/>
          <a:ext cx="8128000" cy="1559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ContentId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ContentName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ContentType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ContentVersion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[[System:DocumentSharedComponents.ContentId]]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[[System:DocumentSharedComponents.ContentName]]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[[System:DocumentSharedComponents.ContentType]]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[[</a:t>
                      </a:r>
                      <a:r>
                        <a:rPr lang="en-US" dirty="0" err="1"/>
                        <a:t>System:DocumentSharedComponents.ContentVersion</a:t>
                      </a:r>
                      <a:r>
                        <a:rPr lang="en-US" dirty="0"/>
                        <a:t>]]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custDataLst/>
    <p:extLst>
      <p:ext uri="{BB962C8B-B14F-4D97-AF65-F5344CB8AC3E}">
        <p14:creationId xmlns:p14="http://schemas.microsoft.com/office/powerpoint/2010/main" val="1089323571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c876b95d3d4588" /><Relationship Type="http://schemas.openxmlformats.org/officeDocument/2006/relationships/slideLayout" Target="/ppt/slideLayouts/slideLayout1.xml" Id="R64056032e2e743b6" /><Relationship Type="http://schemas.openxmlformats.org/officeDocument/2006/relationships/slideLayout" Target="/ppt/slideLayouts/slideLayout2.xml" Id="R38419db4ed7047fd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da6177a261294fa0" /><Relationship Type="http://schemas.openxmlformats.org/officeDocument/2006/relationships/slideLayout" Target="/ppt/slideLayouts/slideLayout3.xml" Id="R9fe0491e6cc1458d" /><Relationship Type="http://schemas.openxmlformats.org/officeDocument/2006/relationships/slideLayout" Target="/ppt/slideLayouts/slideLayout4.xml" Id="Ra149029f87cc4fa4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image" Target="/ppt/media/image14.bin" Id="rId21" /><Relationship Type="http://schemas.openxmlformats.org/officeDocument/2006/relationships/theme" Target="/ppt/slideMasters/theme/theme4.xml" Id="Rb1276aa066ba4821" /><Relationship Type="http://schemas.openxmlformats.org/officeDocument/2006/relationships/slideLayout" Target="/ppt/slideLayouts/slideLayout5.xml" Id="R72b35fe57a6c4211" /><Relationship Type="http://schemas.openxmlformats.org/officeDocument/2006/relationships/slideLayout" Target="/ppt/slideLayouts/slideLayout6.xml" Id="R804d2eaab1384365" /><Relationship Type="http://schemas.openxmlformats.org/officeDocument/2006/relationships/slideLayout" Target="/ppt/slideLayouts/slideLayout7.xml" Id="R8ef2e30952fb4147" /><Relationship Type="http://schemas.openxmlformats.org/officeDocument/2006/relationships/slideLayout" Target="/ppt/slideLayouts/slideLayout8.xml" Id="R5f31319559484b6e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6BC16C-92C2-F71B-2A9A-EB616CC48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FF85B-7BB3-60BD-2897-19EC0FC50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0FA12-1607-619F-B532-980D73EF91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AE8760-878C-4FB4-9BFB-451FC1C45C0F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E143C-38D8-0C22-FC83-245AA48D23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B38DD-6A33-5A80-288C-9233B6FFFC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389A00-BB92-4D83-A027-BFBB34E0A4BC}" type="slidenum">
              <a:rPr lang="en-US" smtClean="0"/>
              <a:t>‹#›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914612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64056032e2e743b6"/>
    <p:sldLayoutId id="2147483650" r:id="R38419db4ed7047fd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78FCA6-EE94-48EB-ABB8-6FCAA37DA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453911"/>
            <a:ext cx="11247120" cy="1236777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13DF0-B89D-4053-893A-B3E49A1C96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440" y="1825625"/>
            <a:ext cx="11247120" cy="4351338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/>
    <p:extLst>
      <p:ext uri="{BB962C8B-B14F-4D97-AF65-F5344CB8AC3E}">
        <p14:creationId xmlns:p14="http://schemas.microsoft.com/office/powerpoint/2010/main" val="1798183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9fe0491e6cc1458d"/>
    <p:sldLayoutId id="2147483653" r:id="Ra149029f87cc4fa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0"/>
        </a:spcBef>
        <a:buFont typeface="Proxima Nova" panose="020B0604020202020204" pitchFamily="34" charset="0"/>
        <a:buNone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20000"/>
        </a:lnSpc>
        <a:spcBef>
          <a:spcPts val="0"/>
        </a:spcBef>
        <a:buFont typeface="Proxima Nova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20000"/>
        </a:lnSpc>
        <a:spcBef>
          <a:spcPts val="0"/>
        </a:spcBef>
        <a:buFont typeface="Proxima Nova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20000"/>
        </a:lnSpc>
        <a:spcBef>
          <a:spcPts val="0"/>
        </a:spcBef>
        <a:buFont typeface="Proxima Nova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20000"/>
        </a:lnSpc>
        <a:spcBef>
          <a:spcPts val="0"/>
        </a:spcBef>
        <a:buFont typeface="Proxima Nova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Proxima Nova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Proxima Nova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Proxima Nova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Proxima Nova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>
            <p:custDataLst/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1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9138280B-DE27-11B1-F207-47EDAC5264F4}"/>
              </a:ext>
            </a:extLst>
          </p:cNvPr>
          <p:cNvSpPr/>
          <p:nvPr userDrawn="1">
            <p:custDataLst/>
          </p:nvPr>
        </p:nvSpPr>
        <p:spPr>
          <a:xfrm>
            <a:off x="155275" y="5943600"/>
            <a:ext cx="1173192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  <a:endParaRPr lang="en-US" dirty="0"/>
          </a:p>
        </p:txBody>
      </p:sp>
    </p:spTree>
    <p:custDataLst/>
    <p:extLst>
      <p:ext uri="{BB962C8B-B14F-4D97-AF65-F5344CB8AC3E}">
        <p14:creationId xmlns:p14="http://schemas.microsoft.com/office/powerpoint/2010/main" val="205700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72b35fe57a6c4211"/>
    <p:sldLayoutId id="2147483656" r:id="R804d2eaab1384365"/>
    <p:sldLayoutId id="2147483657" r:id="R8ef2e30952fb4147"/>
    <p:sldLayoutId id="2147483658" r:id="R5f31319559484b6e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_rels/theme4.xml.rels>&#65279;<?xml version="1.0" encoding="utf-8"?><Relationships xmlns="http://schemas.openxmlformats.org/package/2006/relationships"><Relationship Type="http://schemas.openxmlformats.org/officeDocument/2006/relationships/image" Target="/ppt/media/image14.bin" Id="rId1" /></Relationships>
</file>

<file path=ppt/slideMasters/theme/theme2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slideMasters/theme/theme3.xml><?xml version="1.0" encoding="utf-8"?>
<a:theme xmlns:thm15="http://schemas.microsoft.com/office/thememl/2012/main" xmlns:a="http://schemas.openxmlformats.org/drawingml/2006/main" name="Seismic Mar 23 2022_12927b82956543e9a7b83727da80ef73">
  <a:themeElements>
    <a:clrScheme name="Seismic Rebrand 2022">
      <a:dk1>
        <a:srgbClr val="000000"/>
      </a:dk1>
      <a:lt1>
        <a:srgbClr val="FFFFFF"/>
      </a:lt1>
      <a:dk2>
        <a:srgbClr val="22092B"/>
      </a:dk2>
      <a:lt2>
        <a:srgbClr val="E7F5F6"/>
      </a:lt2>
      <a:accent1>
        <a:srgbClr val="22092B"/>
      </a:accent1>
      <a:accent2>
        <a:srgbClr val="FE5000"/>
      </a:accent2>
      <a:accent3>
        <a:srgbClr val="A2DADF"/>
      </a:accent3>
      <a:accent4>
        <a:srgbClr val="B8D438"/>
      </a:accent4>
      <a:accent5>
        <a:srgbClr val="9C2074"/>
      </a:accent5>
      <a:accent6>
        <a:srgbClr val="FCD408"/>
      </a:accent6>
      <a:hlink>
        <a:srgbClr val="FE5000"/>
      </a:hlink>
      <a:folHlink>
        <a:srgbClr val="FE5000"/>
      </a:folHlink>
    </a:clrScheme>
    <a:fontScheme name="Seismic">
      <a:majorFont>
        <a:latin typeface="Montserrat"/>
        <a:ea typeface=""/>
        <a:cs typeface=""/>
      </a:majorFont>
      <a:minorFont>
        <a:latin typeface="Proxima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eismic_Template_Mar23-2022.pptx" id="{A755013C-B71B-4881-940D-5EE9BED835EC}" vid="{38DB794B-C7C4-45D7-AEA5-9563D3F34C3F}"/>
    </a:ext>
  </a:extLst>
</a:theme>
</file>

<file path=ppt/slideMasters/theme/theme4.xml><?xml version="1.0" encoding="utf-8"?>
<a:theme xmlns:r="http://schemas.openxmlformats.org/officeDocument/2006/relationships" xmlns:thm15="http://schemas.microsoft.com/office/thememl/2012/main"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e227113f94b82" /><Relationship Type="http://schemas.openxmlformats.org/officeDocument/2006/relationships/notesSlide" Target="/ppt/notesSlides/notesSlide1.xml" Id="R58af850f64b74ff4" /><Relationship Type="http://schemas.openxmlformats.org/officeDocument/2006/relationships/image" Target="/ppt/media/image.bin" Id="rId4" /><Relationship Type="http://schemas.openxmlformats.org/officeDocument/2006/relationships/image" Target="/ppt/media/image2.bin" Id="rId10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634d0c1d8264d40" /><Relationship Type="http://schemas.openxmlformats.org/officeDocument/2006/relationships/notesSlide" Target="/ppt/notesSlides/notesSlide2.xml" Id="Rea2bdfe1e200443c" /><Relationship Type="http://schemas.openxmlformats.org/officeDocument/2006/relationships/image" Target="/ppt/media/image4.bin" Id="rId8" /><Relationship Type="http://schemas.openxmlformats.org/officeDocument/2006/relationships/image" Target="/ppt/media/image5.bin" Id="rId7" /><Relationship Type="http://schemas.openxmlformats.org/officeDocument/2006/relationships/image" Target="/ppt/media/image6.bin" Id="rId6" /><Relationship Type="http://schemas.openxmlformats.org/officeDocument/2006/relationships/image" Target="/ppt/media/image7.bin" Id="rId5" /><Relationship Type="http://schemas.openxmlformats.org/officeDocument/2006/relationships/tags" Target="/ppt/slides/tags/tag1.xml" Id="Rd99db850094c45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4906adb977944d1" /><Relationship Type="http://schemas.openxmlformats.org/officeDocument/2006/relationships/notesSlide" Target="/ppt/notesSlides/notesSlide3.xml" Id="Ra4b4996cdd204a5b" /><Relationship Type="http://schemas.openxmlformats.org/officeDocument/2006/relationships/image" Target="/ppt/media/image8.bin" Id="rId8" /><Relationship Type="http://schemas.openxmlformats.org/officeDocument/2006/relationships/image" Target="/ppt/media/image9.bin" Id="rId7" /><Relationship Type="http://schemas.openxmlformats.org/officeDocument/2006/relationships/image" Target="/ppt/media/image10.bin" Id="rId6" /><Relationship Type="http://schemas.openxmlformats.org/officeDocument/2006/relationships/image" Target="/ppt/media/image11.bin" Id="rId5" /><Relationship Type="http://schemas.openxmlformats.org/officeDocument/2006/relationships/image" Target="/ppt/media/image12.bin" Id="rId4" /><Relationship Type="http://schemas.openxmlformats.org/officeDocument/2006/relationships/image" Target="/ppt/media/image13.bin" Id="rId9" /><Relationship Type="http://schemas.openxmlformats.org/officeDocument/2006/relationships/tags" Target="/ppt/slides/tags/tag2.xml" Id="Rb6e5804815d849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683c327e8604132" /><Relationship Type="http://schemas.openxmlformats.org/officeDocument/2006/relationships/notesSlide" Target="/ppt/notesSlides/notesSlide4.xml" Id="Rc3198edf0f314e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264f599a9d42c4" /><Relationship Type="http://schemas.openxmlformats.org/officeDocument/2006/relationships/notesSlide" Target="/ppt/notesSlides/notesSlide5.xml" Id="R05f925fbec8744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e91856977244da5" /><Relationship Type="http://schemas.openxmlformats.org/officeDocument/2006/relationships/notesSlide" Target="/ppt/notesSlides/notesSlide6.xml" Id="Reb0591ae3eaa44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9cd2a58f59a24ea0" /><Relationship Type="http://schemas.openxmlformats.org/officeDocument/2006/relationships/notesSlide" Target="/ppt/notesSlides/notesSlide7.xml" Id="Rb58e40af082040ca" /></Relationships>
</file>

<file path=ppt/slides/slide1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ID="39c4f60a-bf28-445a-9c98-c4296622eb9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2FD50-516E-DA8F-B161-5CFF066FF7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altLang="zh-CN" dirty="0"/>
              <a:t>heck for updates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4778D9-A51A-0249-ECBC-E838424178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7BD0F3-7ABB-A30B-11AB-B286071ACB9A}"/>
              </a:ext>
            </a:extLst>
          </p:cNvPr>
          <p:cNvPicPr>
            <a:picLocks noChangeAspect="1"/>
          </p:cNvPicPr>
          <p:nvPr>
            <p:custDataLst/>
          </p:nvPr>
        </p:nvPicPr>
        <p:blipFill>
          <a:blip r:embed="rId100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521" y="3718600"/>
            <a:ext cx="2501069" cy="1875802"/>
          </a:xfrm>
          <a:prstGeom prst="rect">
            <a:avLst/>
          </a:prstGeom>
        </p:spPr>
      </p:pic>
    </p:spTree>
    <p:custDataLst/>
    <p:extLst>
      <p:ext uri="{BB962C8B-B14F-4D97-AF65-F5344CB8AC3E}">
        <p14:creationId xmlns:p14="http://schemas.microsoft.com/office/powerpoint/2010/main" val="1243019124"/>
      </p:ext>
    </p:extLst>
  </p:cSld>
  <p:clrMapOvr>
    <a:masterClrMapping/>
  </p:clrMapOvr>
</p:sld>
</file>

<file path=ppt/slides/slide2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ID="d037ba50-bf3c-4f72-b8d6-6fa82ac87f69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1ED2B-B65E-4D0C-B500-1F899FC30002}"/>
              </a:ext>
            </a:extLst>
          </p:cNvPr>
          <p:cNvSpPr>
            <a:spLocks noGrp="1"/>
          </p:cNvSpPr>
          <p:nvPr>
            <p:ph type="title"/>
            <p:custDataLst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Effective engagement creates</a:t>
            </a:r>
            <a:br>
              <a:rPr lang="en-US" dirty="0"/>
            </a:br>
            <a:r>
              <a:rPr lang="en-US" dirty="0"/>
              <a:t>challenges for everyone </a:t>
            </a:r>
            <a:r>
              <a:rPr lang="en-US"/>
              <a:t>– IBM</a:t>
            </a:r>
            <a:endParaRPr lang="en-US" dirty="0"/>
          </a:p>
        </p:txBody>
      </p:sp>
      <p:sp>
        <p:nvSpPr>
          <p:cNvPr id="32" name="Buyer Path">
            <a:extLst>
              <a:ext uri="{FF2B5EF4-FFF2-40B4-BE49-F238E27FC236}">
                <a16:creationId xmlns:a16="http://schemas.microsoft.com/office/drawing/2014/main" id="{B3C287BA-BDD3-48C1-9BF3-559A04664282}"/>
              </a:ext>
            </a:extLst>
          </p:cNvPr>
          <p:cNvSpPr/>
          <p:nvPr/>
        </p:nvSpPr>
        <p:spPr>
          <a:xfrm>
            <a:off x="6196506" y="3518965"/>
            <a:ext cx="2424635" cy="2424635"/>
          </a:xfrm>
          <a:prstGeom prst="ellipse">
            <a:avLst/>
          </a:prstGeom>
          <a:noFill/>
          <a:ln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22092B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33" name="Buyer Path">
            <a:extLst>
              <a:ext uri="{FF2B5EF4-FFF2-40B4-BE49-F238E27FC236}">
                <a16:creationId xmlns:a16="http://schemas.microsoft.com/office/drawing/2014/main" id="{6C9DE617-D7DF-473E-B3F9-B4DEE09D8D0A}"/>
              </a:ext>
            </a:extLst>
          </p:cNvPr>
          <p:cNvSpPr/>
          <p:nvPr/>
        </p:nvSpPr>
        <p:spPr>
          <a:xfrm>
            <a:off x="8706261" y="3518965"/>
            <a:ext cx="2424635" cy="2424635"/>
          </a:xfrm>
          <a:prstGeom prst="ellipse">
            <a:avLst/>
          </a:prstGeom>
          <a:noFill/>
          <a:ln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22092B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34" name="Buyer Path">
            <a:extLst>
              <a:ext uri="{FF2B5EF4-FFF2-40B4-BE49-F238E27FC236}">
                <a16:creationId xmlns:a16="http://schemas.microsoft.com/office/drawing/2014/main" id="{621DE2B2-9A88-4A8A-A87A-1971A081514C}"/>
              </a:ext>
            </a:extLst>
          </p:cNvPr>
          <p:cNvSpPr/>
          <p:nvPr/>
        </p:nvSpPr>
        <p:spPr>
          <a:xfrm>
            <a:off x="1051855" y="3518965"/>
            <a:ext cx="2424635" cy="2424635"/>
          </a:xfrm>
          <a:prstGeom prst="ellipse">
            <a:avLst/>
          </a:prstGeom>
          <a:noFill/>
          <a:ln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22092B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35" name="Buyer Path">
            <a:extLst>
              <a:ext uri="{FF2B5EF4-FFF2-40B4-BE49-F238E27FC236}">
                <a16:creationId xmlns:a16="http://schemas.microsoft.com/office/drawing/2014/main" id="{FEF21249-27EB-458D-8CB8-B8850B2AAEC5}"/>
              </a:ext>
            </a:extLst>
          </p:cNvPr>
          <p:cNvSpPr/>
          <p:nvPr/>
        </p:nvSpPr>
        <p:spPr>
          <a:xfrm>
            <a:off x="3630055" y="3518965"/>
            <a:ext cx="2424635" cy="2424635"/>
          </a:xfrm>
          <a:prstGeom prst="ellipse">
            <a:avLst/>
          </a:prstGeom>
          <a:noFill/>
          <a:ln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22092B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36" name="Oval Callout 105">
            <a:extLst>
              <a:ext uri="{FF2B5EF4-FFF2-40B4-BE49-F238E27FC236}">
                <a16:creationId xmlns:a16="http://schemas.microsoft.com/office/drawing/2014/main" id="{5CBC00F7-D8F7-4970-A45E-5EBD2659A3EE}"/>
              </a:ext>
            </a:extLst>
          </p:cNvPr>
          <p:cNvSpPr/>
          <p:nvPr/>
        </p:nvSpPr>
        <p:spPr>
          <a:xfrm>
            <a:off x="9742756" y="2743203"/>
            <a:ext cx="1704488" cy="1669163"/>
          </a:xfrm>
          <a:prstGeom prst="roundRect">
            <a:avLst>
              <a:gd name="adj" fmla="val 6869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  <a:cs typeface="+mn-cs"/>
              </a:rPr>
              <a:t>“I need to help teams hit their number, but I don't know which enablement efforts are </a:t>
            </a:r>
            <a:r>
              <a:rPr lang="en-US" sz="1100">
                <a:solidFill>
                  <a:schemeClr val="tx2"/>
                </a:solidFill>
              </a:rPr>
              <a:t>working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  <a:cs typeface="+mn-cs"/>
              </a:rPr>
              <a:t>”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7" name="Oval Callout 105">
            <a:extLst>
              <a:ext uri="{FF2B5EF4-FFF2-40B4-BE49-F238E27FC236}">
                <a16:creationId xmlns:a16="http://schemas.microsoft.com/office/drawing/2014/main" id="{147C655E-B7D6-449C-8159-9738FBDE76E2}"/>
              </a:ext>
            </a:extLst>
          </p:cNvPr>
          <p:cNvSpPr/>
          <p:nvPr/>
        </p:nvSpPr>
        <p:spPr>
          <a:xfrm>
            <a:off x="7122019" y="2828559"/>
            <a:ext cx="1554019" cy="1458544"/>
          </a:xfrm>
          <a:prstGeom prst="roundRect">
            <a:avLst>
              <a:gd name="adj" fmla="val 888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  <a:cs typeface="+mn-cs"/>
              </a:rPr>
              <a:t>“My content isn’t being used; </a:t>
            </a:r>
            <a:b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  <a:cs typeface="+mn-cs"/>
              </a:rPr>
              <a:t>we’re telling an inconsistent story”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8" name="Oval Callout 105">
            <a:extLst>
              <a:ext uri="{FF2B5EF4-FFF2-40B4-BE49-F238E27FC236}">
                <a16:creationId xmlns:a16="http://schemas.microsoft.com/office/drawing/2014/main" id="{85B513D8-D7E8-4DE7-A294-8654BAAB8DF6}"/>
              </a:ext>
            </a:extLst>
          </p:cNvPr>
          <p:cNvSpPr/>
          <p:nvPr/>
        </p:nvSpPr>
        <p:spPr>
          <a:xfrm>
            <a:off x="4946466" y="3079085"/>
            <a:ext cx="1188418" cy="1208018"/>
          </a:xfrm>
          <a:prstGeom prst="roundRect">
            <a:avLst>
              <a:gd name="adj" fmla="val 888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  <a:cs typeface="+mn-cs"/>
              </a:rPr>
              <a:t>“I can’t scale what my winners are doing…”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+mn-ea"/>
              <a:cs typeface="Calibri"/>
            </a:endParaRPr>
          </a:p>
        </p:txBody>
      </p:sp>
      <p:sp>
        <p:nvSpPr>
          <p:cNvPr id="39" name="Oval Callout 105">
            <a:extLst>
              <a:ext uri="{FF2B5EF4-FFF2-40B4-BE49-F238E27FC236}">
                <a16:creationId xmlns:a16="http://schemas.microsoft.com/office/drawing/2014/main" id="{563803F1-EAA5-4E77-B2F4-20C6AE1A64E4}"/>
              </a:ext>
            </a:extLst>
          </p:cNvPr>
          <p:cNvSpPr/>
          <p:nvPr/>
        </p:nvSpPr>
        <p:spPr>
          <a:xfrm>
            <a:off x="517794" y="2743203"/>
            <a:ext cx="1704488" cy="1669163"/>
          </a:xfrm>
          <a:prstGeom prst="roundRect">
            <a:avLst>
              <a:gd name="adj" fmla="val 6869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  <a:cs typeface="+mn-cs"/>
              </a:rPr>
              <a:t>“I waste so much time finding and tailoring content, tracking down information, jumping between systems”</a:t>
            </a:r>
          </a:p>
        </p:txBody>
      </p:sp>
      <p:sp>
        <p:nvSpPr>
          <p:cNvPr id="40" name="Oval Callout 105">
            <a:extLst>
              <a:ext uri="{FF2B5EF4-FFF2-40B4-BE49-F238E27FC236}">
                <a16:creationId xmlns:a16="http://schemas.microsoft.com/office/drawing/2014/main" id="{597717C8-E23C-4ADF-9E38-2693281FEA54}"/>
              </a:ext>
            </a:extLst>
          </p:cNvPr>
          <p:cNvSpPr/>
          <p:nvPr/>
        </p:nvSpPr>
        <p:spPr>
          <a:xfrm>
            <a:off x="2325492" y="2536320"/>
            <a:ext cx="1188655" cy="1208259"/>
          </a:xfrm>
          <a:prstGeom prst="roundRect">
            <a:avLst>
              <a:gd name="adj" fmla="val 888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  <a:cs typeface="+mn-cs"/>
              </a:rPr>
              <a:t>“I need to stand out and meet buyers where they are”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+mn-ea"/>
              <a:cs typeface="Calibri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C831355-7B61-48E6-8ADB-95C5DD3FF873}"/>
              </a:ext>
            </a:extLst>
          </p:cNvPr>
          <p:cNvGrpSpPr/>
          <p:nvPr/>
        </p:nvGrpSpPr>
        <p:grpSpPr>
          <a:xfrm>
            <a:off x="4162361" y="3947914"/>
            <a:ext cx="1399742" cy="1653523"/>
            <a:chOff x="3305193" y="4302975"/>
            <a:chExt cx="1399742" cy="1653523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E6968DDF-F0EA-4856-9E89-44838FF852E3}"/>
                </a:ext>
              </a:extLst>
            </p:cNvPr>
            <p:cNvGrpSpPr/>
            <p:nvPr/>
          </p:nvGrpSpPr>
          <p:grpSpPr>
            <a:xfrm>
              <a:off x="3390878" y="4302975"/>
              <a:ext cx="1188654" cy="1378104"/>
              <a:chOff x="749064" y="4948085"/>
              <a:chExt cx="1188654" cy="1378104"/>
            </a:xfrm>
          </p:grpSpPr>
          <p:sp>
            <p:nvSpPr>
              <p:cNvPr id="44" name="Speaker 1 bg">
                <a:extLst>
                  <a:ext uri="{FF2B5EF4-FFF2-40B4-BE49-F238E27FC236}">
                    <a16:creationId xmlns:a16="http://schemas.microsoft.com/office/drawing/2014/main" id="{26407B3E-FD8A-4134-97B5-CC1EF98669D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49064" y="5147320"/>
                <a:ext cx="1188654" cy="1178109"/>
              </a:xfrm>
              <a:custGeom>
                <a:avLst/>
                <a:gdLst>
                  <a:gd name="connsiteX0" fmla="*/ 1210412 w 1450562"/>
                  <a:gd name="connsiteY0" fmla="*/ 1409656 h 1409767"/>
                  <a:gd name="connsiteX1" fmla="*/ 239815 w 1450562"/>
                  <a:gd name="connsiteY1" fmla="*/ 1409656 h 1409767"/>
                  <a:gd name="connsiteX2" fmla="*/ -311 w 1450562"/>
                  <a:gd name="connsiteY2" fmla="*/ 1169530 h 1409767"/>
                  <a:gd name="connsiteX3" fmla="*/ -311 w 1450562"/>
                  <a:gd name="connsiteY3" fmla="*/ 393624 h 1409767"/>
                  <a:gd name="connsiteX4" fmla="*/ 202477 w 1450562"/>
                  <a:gd name="connsiteY4" fmla="*/ 156451 h 1409767"/>
                  <a:gd name="connsiteX5" fmla="*/ 1172979 w 1450562"/>
                  <a:gd name="connsiteY5" fmla="*/ 2813 h 1409767"/>
                  <a:gd name="connsiteX6" fmla="*/ 1447366 w 1450562"/>
                  <a:gd name="connsiteY6" fmla="*/ 202905 h 1409767"/>
                  <a:gd name="connsiteX7" fmla="*/ 1450252 w 1450562"/>
                  <a:gd name="connsiteY7" fmla="*/ 239986 h 1409767"/>
                  <a:gd name="connsiteX8" fmla="*/ 1450252 w 1450562"/>
                  <a:gd name="connsiteY8" fmla="*/ 1169530 h 1409767"/>
                  <a:gd name="connsiteX9" fmla="*/ 1210412 w 1450562"/>
                  <a:gd name="connsiteY9" fmla="*/ 1409656 h 1409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50562" h="1409767">
                    <a:moveTo>
                      <a:pt x="1210412" y="1409656"/>
                    </a:moveTo>
                    <a:lnTo>
                      <a:pt x="239815" y="1409656"/>
                    </a:lnTo>
                    <a:cubicBezTo>
                      <a:pt x="107198" y="1409656"/>
                      <a:pt x="-311" y="1302147"/>
                      <a:pt x="-311" y="1169530"/>
                    </a:cubicBezTo>
                    <a:lnTo>
                      <a:pt x="-311" y="393624"/>
                    </a:lnTo>
                    <a:cubicBezTo>
                      <a:pt x="-292" y="275438"/>
                      <a:pt x="85719" y="174825"/>
                      <a:pt x="202477" y="156451"/>
                    </a:cubicBezTo>
                    <a:lnTo>
                      <a:pt x="1172979" y="2813"/>
                    </a:lnTo>
                    <a:cubicBezTo>
                      <a:pt x="1304005" y="-17704"/>
                      <a:pt x="1426849" y="71879"/>
                      <a:pt x="1447366" y="202905"/>
                    </a:cubicBezTo>
                    <a:cubicBezTo>
                      <a:pt x="1449280" y="215173"/>
                      <a:pt x="1450252" y="227565"/>
                      <a:pt x="1450252" y="239986"/>
                    </a:cubicBezTo>
                    <a:lnTo>
                      <a:pt x="1450252" y="1169530"/>
                    </a:lnTo>
                    <a:cubicBezTo>
                      <a:pt x="1450252" y="1302033"/>
                      <a:pt x="1342914" y="1409494"/>
                      <a:pt x="1210412" y="1409656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45" name="Picture Placeholder 31" descr="A picture containing person, suit&#10;&#10;Description automatically generated">
                <a:extLst>
                  <a:ext uri="{FF2B5EF4-FFF2-40B4-BE49-F238E27FC236}">
                    <a16:creationId xmlns:a16="http://schemas.microsoft.com/office/drawing/2014/main" id="{ABA3B018-B489-423A-8810-A88C760FE1D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3274" t="-1246" r="3274" b="37282"/>
              <a:stretch/>
            </p:blipFill>
            <p:spPr>
              <a:xfrm>
                <a:off x="749300" y="4948085"/>
                <a:ext cx="1188418" cy="1378104"/>
              </a:xfrm>
              <a:prstGeom prst="roundRect">
                <a:avLst>
                  <a:gd name="adj" fmla="val 16702"/>
                </a:avLst>
              </a:prstGeom>
            </p:spPr>
          </p:pic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D7A8810-9C99-48CD-979C-69E48084CF0D}"/>
                </a:ext>
              </a:extLst>
            </p:cNvPr>
            <p:cNvSpPr txBox="1"/>
            <p:nvPr/>
          </p:nvSpPr>
          <p:spPr>
            <a:xfrm>
              <a:off x="3305193" y="5694888"/>
              <a:ext cx="139974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100">
                  <a:solidFill>
                    <a:schemeClr val="tx2"/>
                  </a:solidFill>
                </a:rPr>
                <a:t>Sales Management</a:t>
              </a:r>
            </a:p>
          </p:txBody>
        </p:sp>
      </p:grpSp>
      <p:sp>
        <p:nvSpPr>
          <p:cNvPr id="46" name="bg">
            <a:extLst>
              <a:ext uri="{FF2B5EF4-FFF2-40B4-BE49-F238E27FC236}">
                <a16:creationId xmlns:a16="http://schemas.microsoft.com/office/drawing/2014/main" id="{6C72E5DE-F278-4071-86AE-1B0D23E9220C}"/>
              </a:ext>
            </a:extLst>
          </p:cNvPr>
          <p:cNvSpPr>
            <a:spLocks noChangeAspect="1"/>
          </p:cNvSpPr>
          <p:nvPr/>
        </p:nvSpPr>
        <p:spPr>
          <a:xfrm>
            <a:off x="1672991" y="4147149"/>
            <a:ext cx="1188654" cy="1178109"/>
          </a:xfrm>
          <a:custGeom>
            <a:avLst/>
            <a:gdLst>
              <a:gd name="connsiteX0" fmla="*/ 1210412 w 1450562"/>
              <a:gd name="connsiteY0" fmla="*/ 1409656 h 1409767"/>
              <a:gd name="connsiteX1" fmla="*/ 239815 w 1450562"/>
              <a:gd name="connsiteY1" fmla="*/ 1409656 h 1409767"/>
              <a:gd name="connsiteX2" fmla="*/ -311 w 1450562"/>
              <a:gd name="connsiteY2" fmla="*/ 1169530 h 1409767"/>
              <a:gd name="connsiteX3" fmla="*/ -311 w 1450562"/>
              <a:gd name="connsiteY3" fmla="*/ 393624 h 1409767"/>
              <a:gd name="connsiteX4" fmla="*/ 202477 w 1450562"/>
              <a:gd name="connsiteY4" fmla="*/ 156451 h 1409767"/>
              <a:gd name="connsiteX5" fmla="*/ 1172979 w 1450562"/>
              <a:gd name="connsiteY5" fmla="*/ 2813 h 1409767"/>
              <a:gd name="connsiteX6" fmla="*/ 1447366 w 1450562"/>
              <a:gd name="connsiteY6" fmla="*/ 202905 h 1409767"/>
              <a:gd name="connsiteX7" fmla="*/ 1450252 w 1450562"/>
              <a:gd name="connsiteY7" fmla="*/ 239986 h 1409767"/>
              <a:gd name="connsiteX8" fmla="*/ 1450252 w 1450562"/>
              <a:gd name="connsiteY8" fmla="*/ 1169530 h 1409767"/>
              <a:gd name="connsiteX9" fmla="*/ 1210412 w 1450562"/>
              <a:gd name="connsiteY9" fmla="*/ 1409656 h 1409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50562" h="1409767">
                <a:moveTo>
                  <a:pt x="1210412" y="1409656"/>
                </a:moveTo>
                <a:lnTo>
                  <a:pt x="239815" y="1409656"/>
                </a:lnTo>
                <a:cubicBezTo>
                  <a:pt x="107198" y="1409656"/>
                  <a:pt x="-311" y="1302147"/>
                  <a:pt x="-311" y="1169530"/>
                </a:cubicBezTo>
                <a:lnTo>
                  <a:pt x="-311" y="393624"/>
                </a:lnTo>
                <a:cubicBezTo>
                  <a:pt x="-292" y="275438"/>
                  <a:pt x="85719" y="174825"/>
                  <a:pt x="202477" y="156451"/>
                </a:cubicBezTo>
                <a:lnTo>
                  <a:pt x="1172979" y="2813"/>
                </a:lnTo>
                <a:cubicBezTo>
                  <a:pt x="1304005" y="-17704"/>
                  <a:pt x="1426849" y="71879"/>
                  <a:pt x="1447366" y="202905"/>
                </a:cubicBezTo>
                <a:cubicBezTo>
                  <a:pt x="1449280" y="215173"/>
                  <a:pt x="1450252" y="227565"/>
                  <a:pt x="1450252" y="239986"/>
                </a:cubicBezTo>
                <a:lnTo>
                  <a:pt x="1450252" y="1169530"/>
                </a:lnTo>
                <a:cubicBezTo>
                  <a:pt x="1450252" y="1302033"/>
                  <a:pt x="1342914" y="1409494"/>
                  <a:pt x="1210412" y="1409656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Sales Rep">
            <a:extLst>
              <a:ext uri="{FF2B5EF4-FFF2-40B4-BE49-F238E27FC236}">
                <a16:creationId xmlns:a16="http://schemas.microsoft.com/office/drawing/2014/main" id="{7BE31B52-A338-4EE9-BC1F-9A10644A442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11" t="12664" r="25119" b="47530"/>
          <a:stretch/>
        </p:blipFill>
        <p:spPr>
          <a:xfrm>
            <a:off x="1673227" y="3947914"/>
            <a:ext cx="1188418" cy="1378104"/>
          </a:xfrm>
          <a:prstGeom prst="roundRect">
            <a:avLst>
              <a:gd name="adj" fmla="val 16702"/>
            </a:avLst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D9C8C8F7-ED0A-48C6-B332-42F642C0C1F3}"/>
              </a:ext>
            </a:extLst>
          </p:cNvPr>
          <p:cNvSpPr txBox="1"/>
          <p:nvPr/>
        </p:nvSpPr>
        <p:spPr>
          <a:xfrm>
            <a:off x="1845627" y="5339827"/>
            <a:ext cx="8370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>
                <a:solidFill>
                  <a:schemeClr val="tx2"/>
                </a:solidFill>
              </a:rPr>
              <a:t>Sales Rep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4EB6E6A-146F-416A-86E1-827210F17864}"/>
              </a:ext>
            </a:extLst>
          </p:cNvPr>
          <p:cNvGrpSpPr/>
          <p:nvPr/>
        </p:nvGrpSpPr>
        <p:grpSpPr>
          <a:xfrm>
            <a:off x="6833303" y="3947914"/>
            <a:ext cx="1188654" cy="1654427"/>
            <a:chOff x="3390878" y="4302975"/>
            <a:chExt cx="1188654" cy="1654427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82065F0F-D4CB-405D-89C2-B15EB68B7587}"/>
                </a:ext>
              </a:extLst>
            </p:cNvPr>
            <p:cNvGrpSpPr/>
            <p:nvPr/>
          </p:nvGrpSpPr>
          <p:grpSpPr>
            <a:xfrm>
              <a:off x="3390878" y="4302975"/>
              <a:ext cx="1188654" cy="1378104"/>
              <a:chOff x="749064" y="4948085"/>
              <a:chExt cx="1188654" cy="1378104"/>
            </a:xfrm>
          </p:grpSpPr>
          <p:sp>
            <p:nvSpPr>
              <p:cNvPr id="70" name="Speaker 1 bg">
                <a:extLst>
                  <a:ext uri="{FF2B5EF4-FFF2-40B4-BE49-F238E27FC236}">
                    <a16:creationId xmlns:a16="http://schemas.microsoft.com/office/drawing/2014/main" id="{F93212A7-A653-4B87-8E92-8A3FF41BF69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49064" y="5147320"/>
                <a:ext cx="1188654" cy="1178109"/>
              </a:xfrm>
              <a:custGeom>
                <a:avLst/>
                <a:gdLst>
                  <a:gd name="connsiteX0" fmla="*/ 1210412 w 1450562"/>
                  <a:gd name="connsiteY0" fmla="*/ 1409656 h 1409767"/>
                  <a:gd name="connsiteX1" fmla="*/ 239815 w 1450562"/>
                  <a:gd name="connsiteY1" fmla="*/ 1409656 h 1409767"/>
                  <a:gd name="connsiteX2" fmla="*/ -311 w 1450562"/>
                  <a:gd name="connsiteY2" fmla="*/ 1169530 h 1409767"/>
                  <a:gd name="connsiteX3" fmla="*/ -311 w 1450562"/>
                  <a:gd name="connsiteY3" fmla="*/ 393624 h 1409767"/>
                  <a:gd name="connsiteX4" fmla="*/ 202477 w 1450562"/>
                  <a:gd name="connsiteY4" fmla="*/ 156451 h 1409767"/>
                  <a:gd name="connsiteX5" fmla="*/ 1172979 w 1450562"/>
                  <a:gd name="connsiteY5" fmla="*/ 2813 h 1409767"/>
                  <a:gd name="connsiteX6" fmla="*/ 1447366 w 1450562"/>
                  <a:gd name="connsiteY6" fmla="*/ 202905 h 1409767"/>
                  <a:gd name="connsiteX7" fmla="*/ 1450252 w 1450562"/>
                  <a:gd name="connsiteY7" fmla="*/ 239986 h 1409767"/>
                  <a:gd name="connsiteX8" fmla="*/ 1450252 w 1450562"/>
                  <a:gd name="connsiteY8" fmla="*/ 1169530 h 1409767"/>
                  <a:gd name="connsiteX9" fmla="*/ 1210412 w 1450562"/>
                  <a:gd name="connsiteY9" fmla="*/ 1409656 h 1409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50562" h="1409767">
                    <a:moveTo>
                      <a:pt x="1210412" y="1409656"/>
                    </a:moveTo>
                    <a:lnTo>
                      <a:pt x="239815" y="1409656"/>
                    </a:lnTo>
                    <a:cubicBezTo>
                      <a:pt x="107198" y="1409656"/>
                      <a:pt x="-311" y="1302147"/>
                      <a:pt x="-311" y="1169530"/>
                    </a:cubicBezTo>
                    <a:lnTo>
                      <a:pt x="-311" y="393624"/>
                    </a:lnTo>
                    <a:cubicBezTo>
                      <a:pt x="-292" y="275438"/>
                      <a:pt x="85719" y="174825"/>
                      <a:pt x="202477" y="156451"/>
                    </a:cubicBezTo>
                    <a:lnTo>
                      <a:pt x="1172979" y="2813"/>
                    </a:lnTo>
                    <a:cubicBezTo>
                      <a:pt x="1304005" y="-17704"/>
                      <a:pt x="1426849" y="71879"/>
                      <a:pt x="1447366" y="202905"/>
                    </a:cubicBezTo>
                    <a:cubicBezTo>
                      <a:pt x="1449280" y="215173"/>
                      <a:pt x="1450252" y="227565"/>
                      <a:pt x="1450252" y="239986"/>
                    </a:cubicBezTo>
                    <a:lnTo>
                      <a:pt x="1450252" y="1169530"/>
                    </a:lnTo>
                    <a:cubicBezTo>
                      <a:pt x="1450252" y="1302033"/>
                      <a:pt x="1342914" y="1409494"/>
                      <a:pt x="1210412" y="1409656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71" name="Picture Placeholder 31">
                <a:extLst>
                  <a:ext uri="{FF2B5EF4-FFF2-40B4-BE49-F238E27FC236}">
                    <a16:creationId xmlns:a16="http://schemas.microsoft.com/office/drawing/2014/main" id="{346AF539-D7B8-43B3-9F61-109438FD1B0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834" t="-742" r="2815" b="9568"/>
              <a:stretch/>
            </p:blipFill>
            <p:spPr>
              <a:xfrm>
                <a:off x="749300" y="4948085"/>
                <a:ext cx="1188418" cy="1378104"/>
              </a:xfrm>
              <a:prstGeom prst="roundRect">
                <a:avLst>
                  <a:gd name="adj" fmla="val 16702"/>
                </a:avLst>
              </a:prstGeom>
            </p:spPr>
          </p:pic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82267F5F-CC09-42F7-8766-E6FC28F2825E}"/>
                </a:ext>
              </a:extLst>
            </p:cNvPr>
            <p:cNvSpPr txBox="1"/>
            <p:nvPr/>
          </p:nvSpPr>
          <p:spPr>
            <a:xfrm>
              <a:off x="3585899" y="5695792"/>
              <a:ext cx="79861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100">
                  <a:solidFill>
                    <a:schemeClr val="tx2"/>
                  </a:solidFill>
                </a:rPr>
                <a:t>Marketing</a:t>
              </a:r>
            </a:p>
          </p:txBody>
        </p:sp>
      </p:grpSp>
      <p:sp>
        <p:nvSpPr>
          <p:cNvPr id="72" name="Speaker 1 bg">
            <a:extLst>
              <a:ext uri="{FF2B5EF4-FFF2-40B4-BE49-F238E27FC236}">
                <a16:creationId xmlns:a16="http://schemas.microsoft.com/office/drawing/2014/main" id="{DACAD72A-AA43-4D8E-B99A-DDF34922770B}"/>
              </a:ext>
            </a:extLst>
          </p:cNvPr>
          <p:cNvSpPr>
            <a:spLocks noChangeAspect="1"/>
          </p:cNvSpPr>
          <p:nvPr/>
        </p:nvSpPr>
        <p:spPr>
          <a:xfrm>
            <a:off x="9330356" y="4147149"/>
            <a:ext cx="1188654" cy="1178109"/>
          </a:xfrm>
          <a:custGeom>
            <a:avLst/>
            <a:gdLst>
              <a:gd name="connsiteX0" fmla="*/ 1210412 w 1450562"/>
              <a:gd name="connsiteY0" fmla="*/ 1409656 h 1409767"/>
              <a:gd name="connsiteX1" fmla="*/ 239815 w 1450562"/>
              <a:gd name="connsiteY1" fmla="*/ 1409656 h 1409767"/>
              <a:gd name="connsiteX2" fmla="*/ -311 w 1450562"/>
              <a:gd name="connsiteY2" fmla="*/ 1169530 h 1409767"/>
              <a:gd name="connsiteX3" fmla="*/ -311 w 1450562"/>
              <a:gd name="connsiteY3" fmla="*/ 393624 h 1409767"/>
              <a:gd name="connsiteX4" fmla="*/ 202477 w 1450562"/>
              <a:gd name="connsiteY4" fmla="*/ 156451 h 1409767"/>
              <a:gd name="connsiteX5" fmla="*/ 1172979 w 1450562"/>
              <a:gd name="connsiteY5" fmla="*/ 2813 h 1409767"/>
              <a:gd name="connsiteX6" fmla="*/ 1447366 w 1450562"/>
              <a:gd name="connsiteY6" fmla="*/ 202905 h 1409767"/>
              <a:gd name="connsiteX7" fmla="*/ 1450252 w 1450562"/>
              <a:gd name="connsiteY7" fmla="*/ 239986 h 1409767"/>
              <a:gd name="connsiteX8" fmla="*/ 1450252 w 1450562"/>
              <a:gd name="connsiteY8" fmla="*/ 1169530 h 1409767"/>
              <a:gd name="connsiteX9" fmla="*/ 1210412 w 1450562"/>
              <a:gd name="connsiteY9" fmla="*/ 1409656 h 1409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50562" h="1409767">
                <a:moveTo>
                  <a:pt x="1210412" y="1409656"/>
                </a:moveTo>
                <a:lnTo>
                  <a:pt x="239815" y="1409656"/>
                </a:lnTo>
                <a:cubicBezTo>
                  <a:pt x="107198" y="1409656"/>
                  <a:pt x="-311" y="1302147"/>
                  <a:pt x="-311" y="1169530"/>
                </a:cubicBezTo>
                <a:lnTo>
                  <a:pt x="-311" y="393624"/>
                </a:lnTo>
                <a:cubicBezTo>
                  <a:pt x="-292" y="275438"/>
                  <a:pt x="85719" y="174825"/>
                  <a:pt x="202477" y="156451"/>
                </a:cubicBezTo>
                <a:lnTo>
                  <a:pt x="1172979" y="2813"/>
                </a:lnTo>
                <a:cubicBezTo>
                  <a:pt x="1304005" y="-17704"/>
                  <a:pt x="1426849" y="71879"/>
                  <a:pt x="1447366" y="202905"/>
                </a:cubicBezTo>
                <a:cubicBezTo>
                  <a:pt x="1449280" y="215173"/>
                  <a:pt x="1450252" y="227565"/>
                  <a:pt x="1450252" y="239986"/>
                </a:cubicBezTo>
                <a:lnTo>
                  <a:pt x="1450252" y="1169530"/>
                </a:lnTo>
                <a:cubicBezTo>
                  <a:pt x="1450252" y="1302033"/>
                  <a:pt x="1342914" y="1409494"/>
                  <a:pt x="1210412" y="1409656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3" name="Picture Placeholder 31">
            <a:extLst>
              <a:ext uri="{FF2B5EF4-FFF2-40B4-BE49-F238E27FC236}">
                <a16:creationId xmlns:a16="http://schemas.microsoft.com/office/drawing/2014/main" id="{F702AE3E-6F43-459F-9E6F-EF7E70E9D9B3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30" t="7810" r="28279" b="17427"/>
          <a:stretch/>
        </p:blipFill>
        <p:spPr>
          <a:xfrm>
            <a:off x="9330592" y="3947914"/>
            <a:ext cx="1188418" cy="1378104"/>
          </a:xfrm>
          <a:prstGeom prst="roundRect">
            <a:avLst>
              <a:gd name="adj" fmla="val 16702"/>
            </a:avLst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FACE2D46-D5CE-482A-9BBE-55FC7BBC4DF9}"/>
              </a:ext>
            </a:extLst>
          </p:cNvPr>
          <p:cNvSpPr txBox="1"/>
          <p:nvPr/>
        </p:nvSpPr>
        <p:spPr>
          <a:xfrm>
            <a:off x="9455648" y="5352305"/>
            <a:ext cx="93807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>
                <a:solidFill>
                  <a:schemeClr val="tx2"/>
                </a:solidFill>
              </a:rPr>
              <a:t>Enablement</a:t>
            </a:r>
          </a:p>
        </p:txBody>
      </p:sp>
    </p:spTree>
    <p:custDataLst>
      <p:tags r:id="Rd99db850094c455f"/>
    </p:custDataLst>
    <p:extLst>
      <p:ext uri="{BB962C8B-B14F-4D97-AF65-F5344CB8AC3E}">
        <p14:creationId xmlns:p14="http://schemas.microsoft.com/office/powerpoint/2010/main" val="1766244502"/>
      </p:ext>
    </p:extLst>
  </p:cSld>
  <p:clrMapOvr>
    <a:masterClrMapping/>
  </p:clrMapOvr>
</p:sld>
</file>

<file path=ppt/slides/slide3.xml><?xml version="1.0" encoding="utf-8"?>
<p:sld xmlns:a16="http://schemas.microsoft.com/office/drawing/2014/main" xmlns:asvg="http://schemas.microsoft.com/office/drawing/2016/SVG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ID="88f96de3-3514-4094-955c-9f8214956823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86FD05-3D05-4B0D-839D-DAA71E0DF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573" y="564228"/>
            <a:ext cx="12192000" cy="991284"/>
          </a:xfrm>
        </p:spPr>
        <p:txBody>
          <a:bodyPr>
            <a:normAutofit/>
          </a:bodyPr>
          <a:lstStyle/>
          <a:p>
            <a:r>
              <a:rPr lang="en-US" sz="3200" dirty="0"/>
              <a:t>Requirements for effective enablement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A9E2D3-EF62-4DDE-861E-3035747A7A10}"/>
              </a:ext>
            </a:extLst>
          </p:cNvPr>
          <p:cNvSpPr txBox="1"/>
          <p:nvPr/>
        </p:nvSpPr>
        <p:spPr>
          <a:xfrm>
            <a:off x="1510145" y="3047249"/>
            <a:ext cx="2919793" cy="58009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Proxima Nova Rg"/>
                <a:ea typeface="+mn-ea"/>
                <a:cs typeface="+mn-cs"/>
              </a:rPr>
              <a:t>ENABLE your teams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with the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Proxima Nova Rg"/>
                <a:ea typeface="+mn-ea"/>
                <a:cs typeface="+mn-cs"/>
              </a:rPr>
              <a:t>skills, content, and context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 to win deals and create loyal customers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377446-A5D1-4CED-8697-D948E2C8BB26}"/>
              </a:ext>
            </a:extLst>
          </p:cNvPr>
          <p:cNvSpPr txBox="1"/>
          <p:nvPr/>
        </p:nvSpPr>
        <p:spPr>
          <a:xfrm>
            <a:off x="7542416" y="2852043"/>
            <a:ext cx="2800170" cy="719189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Proxima Nova Rg"/>
                <a:ea typeface="+mn-ea"/>
                <a:cs typeface="+mn-cs"/>
              </a:rPr>
              <a:t>ENGAGE with clients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at the right time and place across all interactions in every channel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511A67-ACED-4E1E-80FB-03C8F2403C0E}"/>
              </a:ext>
            </a:extLst>
          </p:cNvPr>
          <p:cNvSpPr txBox="1"/>
          <p:nvPr/>
        </p:nvSpPr>
        <p:spPr>
          <a:xfrm>
            <a:off x="8674269" y="5740581"/>
            <a:ext cx="3040419" cy="59024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Proxima Nova Rg"/>
                <a:ea typeface="+mn-ea"/>
                <a:cs typeface="+mn-cs"/>
              </a:rPr>
              <a:t>IMPROVE revenue growth by doing more of what works –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Proxima Nova"/>
                <a:ea typeface="+mn-ea"/>
                <a:cs typeface="+mn-cs"/>
              </a:rPr>
              <a:t> across teams, content, and processes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3B12B42-BB2A-4BF2-BA61-BDE58487795E}"/>
              </a:ext>
            </a:extLst>
          </p:cNvPr>
          <p:cNvGrpSpPr/>
          <p:nvPr/>
        </p:nvGrpSpPr>
        <p:grpSpPr>
          <a:xfrm>
            <a:off x="5296365" y="1684460"/>
            <a:ext cx="2800170" cy="3334145"/>
            <a:chOff x="5316243" y="1816680"/>
            <a:chExt cx="2834864" cy="337545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A790A56-04DB-4BC9-BCF4-59AF95ABE10D}"/>
                </a:ext>
              </a:extLst>
            </p:cNvPr>
            <p:cNvSpPr/>
            <p:nvPr/>
          </p:nvSpPr>
          <p:spPr>
            <a:xfrm>
              <a:off x="5316243" y="1816680"/>
              <a:ext cx="2834864" cy="3375455"/>
            </a:xfrm>
            <a:custGeom>
              <a:avLst/>
              <a:gdLst>
                <a:gd name="connsiteX0" fmla="*/ 1654015 w 1799939"/>
                <a:gd name="connsiteY0" fmla="*/ 1747887 h 2143176"/>
                <a:gd name="connsiteX1" fmla="*/ 719136 w 1799939"/>
                <a:gd name="connsiteY1" fmla="*/ 130446 h 2143176"/>
                <a:gd name="connsiteX2" fmla="*/ 370721 w 1799939"/>
                <a:gd name="connsiteY2" fmla="*/ 32904 h 2143176"/>
                <a:gd name="connsiteX3" fmla="*/ 273175 w 1799939"/>
                <a:gd name="connsiteY3" fmla="*/ 130446 h 2143176"/>
                <a:gd name="connsiteX4" fmla="*/ -2 w 1799939"/>
                <a:gd name="connsiteY4" fmla="*/ 603363 h 2143176"/>
                <a:gd name="connsiteX5" fmla="*/ 242886 w 1799939"/>
                <a:gd name="connsiteY5" fmla="*/ 538212 h 2143176"/>
                <a:gd name="connsiteX6" fmla="*/ 309561 w 1799939"/>
                <a:gd name="connsiteY6" fmla="*/ 787100 h 2143176"/>
                <a:gd name="connsiteX7" fmla="*/ 424528 w 1799939"/>
                <a:gd name="connsiteY7" fmla="*/ 588123 h 2143176"/>
                <a:gd name="connsiteX8" fmla="*/ 568736 w 1799939"/>
                <a:gd name="connsiteY8" fmla="*/ 588123 h 2143176"/>
                <a:gd name="connsiteX9" fmla="*/ 997361 w 1799939"/>
                <a:gd name="connsiteY9" fmla="*/ 1329644 h 2143176"/>
                <a:gd name="connsiteX10" fmla="*/ 1342738 w 1799939"/>
                <a:gd name="connsiteY10" fmla="*/ 1927719 h 2143176"/>
                <a:gd name="connsiteX11" fmla="*/ 1191576 w 1799939"/>
                <a:gd name="connsiteY11" fmla="*/ 2015158 h 2143176"/>
                <a:gd name="connsiteX12" fmla="*/ 1671636 w 1799939"/>
                <a:gd name="connsiteY12" fmla="*/ 2143174 h 2143176"/>
                <a:gd name="connsiteX13" fmla="*/ 1799938 w 1799939"/>
                <a:gd name="connsiteY13" fmla="*/ 1663114 h 214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99939" h="2143176">
                  <a:moveTo>
                    <a:pt x="1654015" y="1747887"/>
                  </a:moveTo>
                  <a:lnTo>
                    <a:pt x="719136" y="130446"/>
                  </a:lnTo>
                  <a:cubicBezTo>
                    <a:pt x="649861" y="7298"/>
                    <a:pt x="493870" y="-36373"/>
                    <a:pt x="370721" y="32904"/>
                  </a:cubicBezTo>
                  <a:cubicBezTo>
                    <a:pt x="329887" y="55874"/>
                    <a:pt x="296150" y="89615"/>
                    <a:pt x="273175" y="130446"/>
                  </a:cubicBezTo>
                  <a:lnTo>
                    <a:pt x="-2" y="603363"/>
                  </a:lnTo>
                  <a:lnTo>
                    <a:pt x="242886" y="538212"/>
                  </a:lnTo>
                  <a:lnTo>
                    <a:pt x="309561" y="787100"/>
                  </a:lnTo>
                  <a:lnTo>
                    <a:pt x="424528" y="588123"/>
                  </a:lnTo>
                  <a:cubicBezTo>
                    <a:pt x="466247" y="530115"/>
                    <a:pt x="526636" y="530115"/>
                    <a:pt x="568736" y="588123"/>
                  </a:cubicBezTo>
                  <a:lnTo>
                    <a:pt x="997361" y="1329644"/>
                  </a:lnTo>
                  <a:lnTo>
                    <a:pt x="1342738" y="1927719"/>
                  </a:lnTo>
                  <a:lnTo>
                    <a:pt x="1191576" y="2015158"/>
                  </a:lnTo>
                  <a:lnTo>
                    <a:pt x="1671636" y="2143174"/>
                  </a:lnTo>
                  <a:lnTo>
                    <a:pt x="1799938" y="1663114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232F2B9-3BB1-4AC9-A212-36A3D7015406}"/>
                </a:ext>
              </a:extLst>
            </p:cNvPr>
            <p:cNvSpPr/>
            <p:nvPr/>
          </p:nvSpPr>
          <p:spPr>
            <a:xfrm>
              <a:off x="6643889" y="3174412"/>
              <a:ext cx="720080" cy="720080"/>
            </a:xfrm>
            <a:custGeom>
              <a:avLst/>
              <a:gdLst>
                <a:gd name="connsiteX0" fmla="*/ 457200 w 457200"/>
                <a:gd name="connsiteY0" fmla="*/ 228600 h 457200"/>
                <a:gd name="connsiteX1" fmla="*/ 228600 w 457200"/>
                <a:gd name="connsiteY1" fmla="*/ 457200 h 457200"/>
                <a:gd name="connsiteX2" fmla="*/ 0 w 457200"/>
                <a:gd name="connsiteY2" fmla="*/ 228600 h 457200"/>
                <a:gd name="connsiteX3" fmla="*/ 228600 w 457200"/>
                <a:gd name="connsiteY3" fmla="*/ 0 h 457200"/>
                <a:gd name="connsiteX4" fmla="*/ 457200 w 457200"/>
                <a:gd name="connsiteY4" fmla="*/ 22860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7200" h="457200">
                  <a:moveTo>
                    <a:pt x="457200" y="228600"/>
                  </a:moveTo>
                  <a:cubicBezTo>
                    <a:pt x="457200" y="354852"/>
                    <a:pt x="354852" y="457200"/>
                    <a:pt x="228600" y="457200"/>
                  </a:cubicBezTo>
                  <a:cubicBezTo>
                    <a:pt x="102348" y="457200"/>
                    <a:pt x="0" y="354852"/>
                    <a:pt x="0" y="228600"/>
                  </a:cubicBezTo>
                  <a:cubicBezTo>
                    <a:pt x="0" y="102348"/>
                    <a:pt x="102348" y="0"/>
                    <a:pt x="228600" y="0"/>
                  </a:cubicBezTo>
                  <a:cubicBezTo>
                    <a:pt x="354852" y="0"/>
                    <a:pt x="457200" y="102348"/>
                    <a:pt x="457200" y="22860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AE4BBEC-AB7C-4FA7-90C5-197854A64F94}"/>
                </a:ext>
              </a:extLst>
            </p:cNvPr>
            <p:cNvSpPr/>
            <p:nvPr/>
          </p:nvSpPr>
          <p:spPr>
            <a:xfrm rot="16750833">
              <a:off x="6647365" y="3163036"/>
              <a:ext cx="722129" cy="722129"/>
            </a:xfrm>
            <a:custGeom>
              <a:avLst/>
              <a:gdLst>
                <a:gd name="connsiteX0" fmla="*/ 458500 w 458501"/>
                <a:gd name="connsiteY0" fmla="*/ 229247 h 458501"/>
                <a:gd name="connsiteX1" fmla="*/ 229249 w 458501"/>
                <a:gd name="connsiteY1" fmla="*/ 458498 h 458501"/>
                <a:gd name="connsiteX2" fmla="*/ -1 w 458501"/>
                <a:gd name="connsiteY2" fmla="*/ 229247 h 458501"/>
                <a:gd name="connsiteX3" fmla="*/ 229249 w 458501"/>
                <a:gd name="connsiteY3" fmla="*/ -3 h 458501"/>
                <a:gd name="connsiteX4" fmla="*/ 458500 w 458501"/>
                <a:gd name="connsiteY4" fmla="*/ 229247 h 458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8501" h="458501">
                  <a:moveTo>
                    <a:pt x="458500" y="229247"/>
                  </a:moveTo>
                  <a:cubicBezTo>
                    <a:pt x="458500" y="355859"/>
                    <a:pt x="355861" y="458498"/>
                    <a:pt x="229249" y="458498"/>
                  </a:cubicBezTo>
                  <a:cubicBezTo>
                    <a:pt x="102638" y="458498"/>
                    <a:pt x="-1" y="355859"/>
                    <a:pt x="-1" y="229247"/>
                  </a:cubicBezTo>
                  <a:cubicBezTo>
                    <a:pt x="-1" y="102636"/>
                    <a:pt x="102638" y="-3"/>
                    <a:pt x="229249" y="-3"/>
                  </a:cubicBezTo>
                  <a:cubicBezTo>
                    <a:pt x="355861" y="-3"/>
                    <a:pt x="458500" y="102636"/>
                    <a:pt x="458500" y="229247"/>
                  </a:cubicBezTo>
                  <a:close/>
                </a:path>
              </a:pathLst>
            </a:custGeom>
            <a:solidFill>
              <a:schemeClr val="bg1"/>
            </a:solidFill>
            <a:ln w="28656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5228B84-A5C2-4D7B-9E4D-121F6BA8919C}"/>
                </a:ext>
              </a:extLst>
            </p:cNvPr>
            <p:cNvSpPr txBox="1"/>
            <p:nvPr/>
          </p:nvSpPr>
          <p:spPr>
            <a:xfrm rot="3555563">
              <a:off x="6030851" y="2579671"/>
              <a:ext cx="1005259" cy="3315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roxima Nova Rg"/>
                  <a:ea typeface="+mn-ea"/>
                  <a:cs typeface="+mn-cs"/>
                </a:rPr>
                <a:t>ENGAGE</a:t>
              </a:r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835B190F-387C-47F9-A8A4-CCE11D03B5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779829" y="3315256"/>
              <a:ext cx="457200" cy="417689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742B220-24B6-44F2-B371-AFBCA094755B}"/>
              </a:ext>
            </a:extLst>
          </p:cNvPr>
          <p:cNvGrpSpPr/>
          <p:nvPr/>
        </p:nvGrpSpPr>
        <p:grpSpPr>
          <a:xfrm>
            <a:off x="3556387" y="2629647"/>
            <a:ext cx="2237908" cy="3482249"/>
            <a:chOff x="3576265" y="2761867"/>
            <a:chExt cx="2265636" cy="3525394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4FAAF93-EB3D-44B1-89B9-EAB1F41B6411}"/>
                </a:ext>
              </a:extLst>
            </p:cNvPr>
            <p:cNvSpPr/>
            <p:nvPr/>
          </p:nvSpPr>
          <p:spPr>
            <a:xfrm>
              <a:off x="3576265" y="2761867"/>
              <a:ext cx="2265636" cy="3525394"/>
            </a:xfrm>
            <a:custGeom>
              <a:avLst/>
              <a:gdLst>
                <a:gd name="connsiteX0" fmla="*/ 1290499 w 1438519"/>
                <a:gd name="connsiteY0" fmla="*/ 393761 h 2238377"/>
                <a:gd name="connsiteX1" fmla="*/ 1438518 w 1438519"/>
                <a:gd name="connsiteY1" fmla="*/ 479486 h 2238377"/>
                <a:gd name="connsiteX2" fmla="*/ 1310311 w 1438519"/>
                <a:gd name="connsiteY2" fmla="*/ -3 h 2238377"/>
                <a:gd name="connsiteX3" fmla="*/ 831871 w 1438519"/>
                <a:gd name="connsiteY3" fmla="*/ 128585 h 2238377"/>
                <a:gd name="connsiteX4" fmla="*/ 979508 w 1438519"/>
                <a:gd name="connsiteY4" fmla="*/ 214310 h 2238377"/>
                <a:gd name="connsiteX5" fmla="*/ 35200 w 1438519"/>
                <a:gd name="connsiteY5" fmla="*/ 1852610 h 2238377"/>
                <a:gd name="connsiteX6" fmla="*/ 126720 w 1438519"/>
                <a:gd name="connsiteY6" fmla="*/ 2203216 h 2238377"/>
                <a:gd name="connsiteX7" fmla="*/ 257418 w 1438519"/>
                <a:gd name="connsiteY7" fmla="*/ 2238373 h 2238377"/>
                <a:gd name="connsiteX8" fmla="*/ 805772 w 1438519"/>
                <a:gd name="connsiteY8" fmla="*/ 2238373 h 2238377"/>
                <a:gd name="connsiteX9" fmla="*/ 624797 w 1438519"/>
                <a:gd name="connsiteY9" fmla="*/ 2057398 h 2238377"/>
                <a:gd name="connsiteX10" fmla="*/ 804058 w 1438519"/>
                <a:gd name="connsiteY10" fmla="*/ 1877851 h 2238377"/>
                <a:gd name="connsiteX11" fmla="*/ 586221 w 1438519"/>
                <a:gd name="connsiteY11" fmla="*/ 1877851 h 2238377"/>
                <a:gd name="connsiteX12" fmla="*/ 513069 w 1438519"/>
                <a:gd name="connsiteY12" fmla="*/ 1742882 h 2238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38519" h="2238377">
                  <a:moveTo>
                    <a:pt x="1290499" y="393761"/>
                  </a:moveTo>
                  <a:lnTo>
                    <a:pt x="1438518" y="479486"/>
                  </a:lnTo>
                  <a:lnTo>
                    <a:pt x="1310311" y="-3"/>
                  </a:lnTo>
                  <a:lnTo>
                    <a:pt x="831871" y="128585"/>
                  </a:lnTo>
                  <a:lnTo>
                    <a:pt x="979508" y="214310"/>
                  </a:lnTo>
                  <a:lnTo>
                    <a:pt x="35200" y="1852610"/>
                  </a:lnTo>
                  <a:cubicBezTo>
                    <a:pt x="-36345" y="1974701"/>
                    <a:pt x="4630" y="2131674"/>
                    <a:pt x="126720" y="2203216"/>
                  </a:cubicBezTo>
                  <a:cubicBezTo>
                    <a:pt x="166347" y="2226438"/>
                    <a:pt x="211488" y="2238582"/>
                    <a:pt x="257418" y="2238373"/>
                  </a:cubicBezTo>
                  <a:lnTo>
                    <a:pt x="805772" y="2238373"/>
                  </a:lnTo>
                  <a:lnTo>
                    <a:pt x="624797" y="2057398"/>
                  </a:lnTo>
                  <a:lnTo>
                    <a:pt x="804058" y="1877851"/>
                  </a:lnTo>
                  <a:lnTo>
                    <a:pt x="586221" y="1877851"/>
                  </a:lnTo>
                  <a:cubicBezTo>
                    <a:pt x="508211" y="1872613"/>
                    <a:pt x="476302" y="1814605"/>
                    <a:pt x="513069" y="1742882"/>
                  </a:cubicBez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09D2535-EDD7-42F9-B3C0-F1B73C89B900}"/>
                </a:ext>
              </a:extLst>
            </p:cNvPr>
            <p:cNvSpPr/>
            <p:nvPr/>
          </p:nvSpPr>
          <p:spPr>
            <a:xfrm>
              <a:off x="4510504" y="3771928"/>
              <a:ext cx="720080" cy="720080"/>
            </a:xfrm>
            <a:custGeom>
              <a:avLst/>
              <a:gdLst>
                <a:gd name="connsiteX0" fmla="*/ 457200 w 457200"/>
                <a:gd name="connsiteY0" fmla="*/ 228600 h 457200"/>
                <a:gd name="connsiteX1" fmla="*/ 228600 w 457200"/>
                <a:gd name="connsiteY1" fmla="*/ 457200 h 457200"/>
                <a:gd name="connsiteX2" fmla="*/ 0 w 457200"/>
                <a:gd name="connsiteY2" fmla="*/ 228600 h 457200"/>
                <a:gd name="connsiteX3" fmla="*/ 228600 w 457200"/>
                <a:gd name="connsiteY3" fmla="*/ 0 h 457200"/>
                <a:gd name="connsiteX4" fmla="*/ 457200 w 457200"/>
                <a:gd name="connsiteY4" fmla="*/ 22860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7200" h="457200">
                  <a:moveTo>
                    <a:pt x="457200" y="228600"/>
                  </a:moveTo>
                  <a:cubicBezTo>
                    <a:pt x="457200" y="354852"/>
                    <a:pt x="354852" y="457200"/>
                    <a:pt x="228600" y="457200"/>
                  </a:cubicBezTo>
                  <a:cubicBezTo>
                    <a:pt x="102348" y="457200"/>
                    <a:pt x="0" y="354852"/>
                    <a:pt x="0" y="228600"/>
                  </a:cubicBezTo>
                  <a:cubicBezTo>
                    <a:pt x="0" y="102348"/>
                    <a:pt x="102348" y="0"/>
                    <a:pt x="228600" y="0"/>
                  </a:cubicBezTo>
                  <a:cubicBezTo>
                    <a:pt x="354852" y="0"/>
                    <a:pt x="457200" y="102348"/>
                    <a:pt x="457200" y="22860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3AB8446-BCCA-4A82-8728-6144A993D0DB}"/>
                </a:ext>
              </a:extLst>
            </p:cNvPr>
            <p:cNvSpPr/>
            <p:nvPr/>
          </p:nvSpPr>
          <p:spPr>
            <a:xfrm rot="16753201">
              <a:off x="4513676" y="3774666"/>
              <a:ext cx="720078" cy="720078"/>
            </a:xfrm>
            <a:custGeom>
              <a:avLst/>
              <a:gdLst>
                <a:gd name="connsiteX0" fmla="*/ 457198 w 457199"/>
                <a:gd name="connsiteY0" fmla="*/ 228597 h 457199"/>
                <a:gd name="connsiteX1" fmla="*/ 228598 w 457199"/>
                <a:gd name="connsiteY1" fmla="*/ 457197 h 457199"/>
                <a:gd name="connsiteX2" fmla="*/ -1 w 457199"/>
                <a:gd name="connsiteY2" fmla="*/ 228597 h 457199"/>
                <a:gd name="connsiteX3" fmla="*/ 228598 w 457199"/>
                <a:gd name="connsiteY3" fmla="*/ -2 h 457199"/>
                <a:gd name="connsiteX4" fmla="*/ 457198 w 457199"/>
                <a:gd name="connsiteY4" fmla="*/ 228597 h 457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7199" h="457199">
                  <a:moveTo>
                    <a:pt x="457198" y="228597"/>
                  </a:moveTo>
                  <a:cubicBezTo>
                    <a:pt x="457198" y="354850"/>
                    <a:pt x="354851" y="457197"/>
                    <a:pt x="228598" y="457197"/>
                  </a:cubicBezTo>
                  <a:cubicBezTo>
                    <a:pt x="102346" y="457197"/>
                    <a:pt x="-1" y="354850"/>
                    <a:pt x="-1" y="228597"/>
                  </a:cubicBezTo>
                  <a:cubicBezTo>
                    <a:pt x="-1" y="102345"/>
                    <a:pt x="102346" y="-2"/>
                    <a:pt x="228598" y="-2"/>
                  </a:cubicBezTo>
                  <a:cubicBezTo>
                    <a:pt x="354851" y="-2"/>
                    <a:pt x="457198" y="102345"/>
                    <a:pt x="457198" y="228597"/>
                  </a:cubicBezTo>
                  <a:close/>
                </a:path>
              </a:pathLst>
            </a:custGeom>
            <a:noFill/>
            <a:ln w="28575" cap="flat">
              <a:solidFill>
                <a:srgbClr val="152733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310A743-EADB-4082-B6A0-455C90A5341F}"/>
                </a:ext>
              </a:extLst>
            </p:cNvPr>
            <p:cNvSpPr txBox="1"/>
            <p:nvPr/>
          </p:nvSpPr>
          <p:spPr>
            <a:xfrm rot="18102489">
              <a:off x="3906325" y="4741344"/>
              <a:ext cx="962092" cy="3315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roxima Nova Rg"/>
                  <a:ea typeface="+mn-ea"/>
                  <a:cs typeface="+mn-cs"/>
                </a:rPr>
                <a:t>ENABLE</a:t>
              </a:r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74315099-582F-495C-8370-59BDC1B915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641944" y="3920762"/>
              <a:ext cx="457200" cy="422413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81BD306-06C1-4F5A-B4F9-E00FEA5C6275}"/>
              </a:ext>
            </a:extLst>
          </p:cNvPr>
          <p:cNvGrpSpPr/>
          <p:nvPr/>
        </p:nvGrpSpPr>
        <p:grpSpPr>
          <a:xfrm>
            <a:off x="4637042" y="4774886"/>
            <a:ext cx="3910365" cy="1630580"/>
            <a:chOff x="4656920" y="4907105"/>
            <a:chExt cx="3958815" cy="1650783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50A7BE5-C4B0-41EC-80AB-F37DBEE1605C}"/>
                </a:ext>
              </a:extLst>
            </p:cNvPr>
            <p:cNvSpPr/>
            <p:nvPr/>
          </p:nvSpPr>
          <p:spPr>
            <a:xfrm>
              <a:off x="4656920" y="4907105"/>
              <a:ext cx="3958815" cy="1650783"/>
            </a:xfrm>
            <a:custGeom>
              <a:avLst/>
              <a:gdLst>
                <a:gd name="connsiteX0" fmla="*/ 2478499 w 2513568"/>
                <a:gd name="connsiteY0" fmla="*/ 493012 h 1048131"/>
                <a:gd name="connsiteX1" fmla="*/ 2192749 w 2513568"/>
                <a:gd name="connsiteY1" fmla="*/ -3 h 1048131"/>
                <a:gd name="connsiteX2" fmla="*/ 2126550 w 2513568"/>
                <a:gd name="connsiteY2" fmla="*/ 246981 h 1048131"/>
                <a:gd name="connsiteX3" fmla="*/ 1881186 w 2513568"/>
                <a:gd name="connsiteY3" fmla="*/ 181639 h 1048131"/>
                <a:gd name="connsiteX4" fmla="*/ 2002535 w 2513568"/>
                <a:gd name="connsiteY4" fmla="*/ 391189 h 1048131"/>
                <a:gd name="connsiteX5" fmla="*/ 1913000 w 2513568"/>
                <a:gd name="connsiteY5" fmla="*/ 518253 h 1048131"/>
                <a:gd name="connsiteX6" fmla="*/ 352424 w 2513568"/>
                <a:gd name="connsiteY6" fmla="*/ 518253 h 1048131"/>
                <a:gd name="connsiteX7" fmla="*/ 352424 w 2513568"/>
                <a:gd name="connsiteY7" fmla="*/ 344136 h 1048131"/>
                <a:gd name="connsiteX8" fmla="*/ -2 w 2513568"/>
                <a:gd name="connsiteY8" fmla="*/ 696561 h 1048131"/>
                <a:gd name="connsiteX9" fmla="*/ 353566 w 2513568"/>
                <a:gd name="connsiteY9" fmla="*/ 1048129 h 1048131"/>
                <a:gd name="connsiteX10" fmla="*/ 353566 w 2513568"/>
                <a:gd name="connsiteY10" fmla="*/ 880203 h 1048131"/>
                <a:gd name="connsiteX11" fmla="*/ 2254471 w 2513568"/>
                <a:gd name="connsiteY11" fmla="*/ 880203 h 1048131"/>
                <a:gd name="connsiteX12" fmla="*/ 2513560 w 2513568"/>
                <a:gd name="connsiteY12" fmla="*/ 624952 h 1048131"/>
                <a:gd name="connsiteX13" fmla="*/ 2478499 w 2513568"/>
                <a:gd name="connsiteY13" fmla="*/ 493392 h 1048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13568" h="1048131">
                  <a:moveTo>
                    <a:pt x="2478499" y="493012"/>
                  </a:moveTo>
                  <a:lnTo>
                    <a:pt x="2192749" y="-3"/>
                  </a:lnTo>
                  <a:lnTo>
                    <a:pt x="2126550" y="246981"/>
                  </a:lnTo>
                  <a:lnTo>
                    <a:pt x="1881186" y="181639"/>
                  </a:lnTo>
                  <a:lnTo>
                    <a:pt x="2002535" y="391189"/>
                  </a:lnTo>
                  <a:cubicBezTo>
                    <a:pt x="2035015" y="462341"/>
                    <a:pt x="1997296" y="518253"/>
                    <a:pt x="1913000" y="518253"/>
                  </a:cubicBezTo>
                  <a:lnTo>
                    <a:pt x="352424" y="518253"/>
                  </a:lnTo>
                  <a:lnTo>
                    <a:pt x="352424" y="344136"/>
                  </a:lnTo>
                  <a:lnTo>
                    <a:pt x="-2" y="696561"/>
                  </a:lnTo>
                  <a:lnTo>
                    <a:pt x="353566" y="1048129"/>
                  </a:lnTo>
                  <a:lnTo>
                    <a:pt x="353566" y="880203"/>
                  </a:lnTo>
                  <a:lnTo>
                    <a:pt x="2254471" y="880203"/>
                  </a:lnTo>
                  <a:cubicBezTo>
                    <a:pt x="2396498" y="881260"/>
                    <a:pt x="2512494" y="766989"/>
                    <a:pt x="2513560" y="624952"/>
                  </a:cubicBezTo>
                  <a:cubicBezTo>
                    <a:pt x="2513903" y="578746"/>
                    <a:pt x="2501797" y="533302"/>
                    <a:pt x="2478499" y="493392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E1B5454-6701-4D22-B6F2-F9A3CC158CAA}"/>
                </a:ext>
              </a:extLst>
            </p:cNvPr>
            <p:cNvSpPr/>
            <p:nvPr/>
          </p:nvSpPr>
          <p:spPr>
            <a:xfrm>
              <a:off x="6298851" y="5649686"/>
              <a:ext cx="705078" cy="735082"/>
            </a:xfrm>
            <a:custGeom>
              <a:avLst/>
              <a:gdLst>
                <a:gd name="connsiteX0" fmla="*/ 447675 w 447675"/>
                <a:gd name="connsiteY0" fmla="*/ 233363 h 466725"/>
                <a:gd name="connsiteX1" fmla="*/ 223838 w 447675"/>
                <a:gd name="connsiteY1" fmla="*/ 466725 h 466725"/>
                <a:gd name="connsiteX2" fmla="*/ 0 w 447675"/>
                <a:gd name="connsiteY2" fmla="*/ 233363 h 466725"/>
                <a:gd name="connsiteX3" fmla="*/ 223838 w 447675"/>
                <a:gd name="connsiteY3" fmla="*/ 0 h 466725"/>
                <a:gd name="connsiteX4" fmla="*/ 447675 w 447675"/>
                <a:gd name="connsiteY4" fmla="*/ 233363 h 46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7675" h="466725">
                  <a:moveTo>
                    <a:pt x="447675" y="233363"/>
                  </a:moveTo>
                  <a:cubicBezTo>
                    <a:pt x="447675" y="362245"/>
                    <a:pt x="347460" y="466725"/>
                    <a:pt x="223838" y="466725"/>
                  </a:cubicBezTo>
                  <a:cubicBezTo>
                    <a:pt x="100215" y="466725"/>
                    <a:pt x="0" y="362245"/>
                    <a:pt x="0" y="233363"/>
                  </a:cubicBezTo>
                  <a:cubicBezTo>
                    <a:pt x="0" y="104480"/>
                    <a:pt x="100215" y="0"/>
                    <a:pt x="223838" y="0"/>
                  </a:cubicBezTo>
                  <a:cubicBezTo>
                    <a:pt x="347460" y="0"/>
                    <a:pt x="447675" y="104480"/>
                    <a:pt x="447675" y="23336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A94C56E-2DDB-429D-8C74-9F7576A4FDBE}"/>
                </a:ext>
              </a:extLst>
            </p:cNvPr>
            <p:cNvSpPr/>
            <p:nvPr/>
          </p:nvSpPr>
          <p:spPr>
            <a:xfrm>
              <a:off x="6298851" y="5649686"/>
              <a:ext cx="705078" cy="735082"/>
            </a:xfrm>
            <a:custGeom>
              <a:avLst/>
              <a:gdLst>
                <a:gd name="connsiteX0" fmla="*/ 447675 w 447675"/>
                <a:gd name="connsiteY0" fmla="*/ 233363 h 466725"/>
                <a:gd name="connsiteX1" fmla="*/ 223838 w 447675"/>
                <a:gd name="connsiteY1" fmla="*/ 466725 h 466725"/>
                <a:gd name="connsiteX2" fmla="*/ 0 w 447675"/>
                <a:gd name="connsiteY2" fmla="*/ 233363 h 466725"/>
                <a:gd name="connsiteX3" fmla="*/ 223838 w 447675"/>
                <a:gd name="connsiteY3" fmla="*/ 0 h 466725"/>
                <a:gd name="connsiteX4" fmla="*/ 447675 w 447675"/>
                <a:gd name="connsiteY4" fmla="*/ 233363 h 46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7675" h="466725">
                  <a:moveTo>
                    <a:pt x="447675" y="233363"/>
                  </a:moveTo>
                  <a:cubicBezTo>
                    <a:pt x="447675" y="362245"/>
                    <a:pt x="347460" y="466725"/>
                    <a:pt x="223838" y="466725"/>
                  </a:cubicBezTo>
                  <a:cubicBezTo>
                    <a:pt x="100215" y="466725"/>
                    <a:pt x="0" y="362245"/>
                    <a:pt x="0" y="233363"/>
                  </a:cubicBezTo>
                  <a:cubicBezTo>
                    <a:pt x="0" y="104480"/>
                    <a:pt x="100215" y="0"/>
                    <a:pt x="223838" y="0"/>
                  </a:cubicBezTo>
                  <a:cubicBezTo>
                    <a:pt x="347460" y="0"/>
                    <a:pt x="447675" y="104480"/>
                    <a:pt x="447675" y="233363"/>
                  </a:cubicBezTo>
                  <a:close/>
                </a:path>
              </a:pathLst>
            </a:custGeom>
            <a:noFill/>
            <a:ln w="28575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"/>
                <a:ea typeface="+mn-ea"/>
                <a:cs typeface="+mn-cs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3F56EC3-078B-42FA-9ECD-AC1E309C4AE8}"/>
                </a:ext>
              </a:extLst>
            </p:cNvPr>
            <p:cNvSpPr txBox="1"/>
            <p:nvPr/>
          </p:nvSpPr>
          <p:spPr>
            <a:xfrm>
              <a:off x="7032639" y="5852024"/>
              <a:ext cx="1131305" cy="3315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roxima Nova Rg"/>
                  <a:ea typeface="+mn-ea"/>
                  <a:cs typeface="+mn-cs"/>
                </a:rPr>
                <a:t>IMPROVE</a:t>
              </a:r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84F71089-D753-49FF-9B9C-CDF0AEEE6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427285" y="5785528"/>
              <a:ext cx="457200" cy="457200"/>
            </a:xfrm>
            <a:prstGeom prst="rect">
              <a:avLst/>
            </a:prstGeom>
          </p:spPr>
        </p:pic>
      </p:grpSp>
    </p:spTree>
    <p:custDataLst>
      <p:tags r:id="Rb6e5804815d84932"/>
    </p:custDataLst>
    <p:extLst>
      <p:ext uri="{BB962C8B-B14F-4D97-AF65-F5344CB8AC3E}">
        <p14:creationId xmlns:p14="http://schemas.microsoft.com/office/powerpoint/2010/main" val="261747744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11" grpId="0"/>
    </p:bldLst>
  </p:timing>
</p:sld>
</file>

<file path=ppt/slides/slide4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/>
          </p:nvPr>
        </p:nvSpPr>
        <p:spPr/>
        <p:txBody>
          <a:bodyPr/>
          <a:lstStyle/>
          <a:p>
            <a:r>
              <a:rPr lang="en-US" dirty="0"/>
              <a:t>Ticket 3900 - Retest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257818165"/>
      </p:ext>
    </p:extLst>
  </p:cSld>
  <p:clrMapOvr>
    <a:masterClrMapping/>
  </p:clrMapOvr>
</p:sld>
</file>

<file path=ppt/slides/slide5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p="http://schemas.openxmlformats.org/presentationml/2006/main"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138280B-DE27-11B1-F207-47EDAC5264F4}"/>
              </a:ext>
            </a:extLst>
          </p:cNvPr>
          <p:cNvSpPr/>
          <p:nvPr userDrawn="1"/>
        </p:nvSpPr>
        <p:spPr>
          <a:xfrm xmlns:a="http://schemas.openxmlformats.org/drawingml/2006/main">
            <a:off x="155275" y="5943600"/>
            <a:ext cx="11731924" cy="91440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tlCol="0" anchor="ctr"/>
          <a:lstStyle xmlns:a="http://schemas.openxmlformats.org/drawingml/2006/main"/>
          <a:p xmlns:a="http://schemas.openxmlformats.org/drawingml/2006/main">
            <a:pPr algn="ctr"/>
            <a:r>
              <a:rPr lang="en-US"/>
              <a:t> </a:t>
            </a:r>
            <a:endParaRPr lang="en-US" dirty="0"/>
          </a:p>
        </p:txBody>
      </p:sp>
      <p:sp xmlns:p="http://schemas.openxmlformats.org/presentationml/2006/main">
        <p:nvSpPr>
          <p:cNvPr id="7" name="Snip Same Side Corner Rectangle 6">
            <a:extLst xmlns:a="http://schemas.openxmlformats.org/drawingml/2006/main">
              <a:ext uri="{FF2B5EF4-FFF2-40B4-BE49-F238E27FC236}">
                <a16:creationId xmlns:a16="http://schemas.microsoft.com/office/drawing/2014/main" id="{0CAC47E8-4A6B-F196-8A69-4665EAF9C934}"/>
              </a:ext>
            </a:extLst>
          </p:cNvPr>
          <p:cNvSpPr/>
          <p:nvPr userDrawn="1"/>
        </p:nvSpPr>
        <p:spPr>
          <a:xfrm xmlns:a="http://schemas.openxmlformats.org/drawingml/2006/main">
            <a:off x="1103312" y="4644624"/>
            <a:ext cx="8946541" cy="897147"/>
          </a:xfrm>
          <a:prstGeom xmlns:a="http://schemas.openxmlformats.org/drawingml/2006/main" prst="snip2Same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5"/>
          </a:fillRef>
          <a:effectRef xmlns:a="http://schemas.openxmlformats.org/drawingml/2006/main" idx="1">
            <a:schemeClr val="accent5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tlCol="0" anchor="ctr"/>
          <a:lstStyle xmlns:a="http://schemas.openxmlformats.org/drawingml/2006/main"/>
          <a:p xmlns:a="http://schemas.openxmlformats.org/drawingml/2006/main">
            <a:pPr algn="ctr"/>
            <a:r>
              <a:rPr lang="en-US"/>
              <a:t>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custDataLst/>
    <p:extLst>
      <p:ext uri="{BB962C8B-B14F-4D97-AF65-F5344CB8AC3E}">
        <p14:creationId xmlns:p14="http://schemas.microsoft.com/office/powerpoint/2010/main" val="586246318"/>
      </p:ext>
    </p:extLst>
  </p:cSld>
  <p:clrMapOvr>
    <a:masterClrMapping/>
  </p:clrMapOvr>
</p:sld>
</file>

<file path=ppt/slides/slide6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p="http://schemas.openxmlformats.org/presentationml/2006/main"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138280B-DE27-11B1-F207-47EDAC5264F4}"/>
              </a:ext>
            </a:extLst>
          </p:cNvPr>
          <p:cNvSpPr/>
          <p:nvPr userDrawn="1"/>
        </p:nvSpPr>
        <p:spPr>
          <a:xfrm xmlns:a="http://schemas.openxmlformats.org/drawingml/2006/main">
            <a:off x="155275" y="5943600"/>
            <a:ext cx="11731924" cy="91440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tlCol="0" anchor="ctr"/>
          <a:lstStyle xmlns:a="http://schemas.openxmlformats.org/drawingml/2006/main"/>
          <a:p xmlns:a="http://schemas.openxmlformats.org/drawingml/2006/main">
            <a:pPr algn="ctr"/>
            <a:r>
              <a:rPr lang="en-US"/>
              <a:t> </a:t>
            </a:r>
            <a:endParaRPr lang="en-US" dirty="0"/>
          </a:p>
        </p:txBody>
      </p:sp>
      <p:sp xmlns:p="http://schemas.openxmlformats.org/presentationml/2006/main"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B5E28B4-F0C3-2612-E088-CF2F39472636}"/>
              </a:ext>
            </a:extLst>
          </p:cNvPr>
          <p:cNvSpPr/>
          <p:nvPr userDrawn="1"/>
        </p:nvSpPr>
        <p:spPr>
          <a:xfrm xmlns:a="http://schemas.openxmlformats.org/drawingml/2006/main">
            <a:off x="0" y="3590354"/>
            <a:ext cx="12192000" cy="115594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6"/>
          </a:lnRef>
          <a:fillRef xmlns:a="http://schemas.openxmlformats.org/drawingml/2006/main" idx="2">
            <a:schemeClr val="accent6"/>
          </a:fillRef>
          <a:effectRef xmlns:a="http://schemas.openxmlformats.org/drawingml/2006/main" idx="1">
            <a:schemeClr val="accent6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rtlCol="0" anchor="ctr"/>
          <a:lstStyle xmlns:a="http://schemas.openxmlformats.org/drawingml/2006/main"/>
          <a:p xmlns:a="http://schemas.openxmlformats.org/drawingml/2006/main">
            <a:pPr algn="ctr"/>
            <a:r>
              <a:rPr lang="en-US"/>
              <a:t>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3417189045"/>
      </p:ext>
    </p:extLst>
  </p:cSld>
  <p:clrMapOvr>
    <a:masterClrMapping/>
  </p:clrMapOvr>
</p:sld>
</file>

<file path=ppt/slides/slide7.xml><?xml version="1.0" encoding="utf-8"?>
<p:sld xmlns:p14="http://schemas.microsoft.com/office/powerpoint/2010/main"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4364038"/>
            <a:ext cx="9404350" cy="1400175"/>
          </a:xfrm>
        </p:spPr>
        <p:txBody>
          <a:bodyPr/>
          <a:lstStyle/>
          <a:p>
            <a:r>
              <a:rPr lang="en-US" dirty="0"/>
              <a:t>Unshared slide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custDataLst/>
            <p:extLst>
              <p:ext uri="{D42A27DB-BD31-4B8C-83A1-F6EECF244321}">
                <p14:modId xmlns:p14="http://schemas.microsoft.com/office/powerpoint/2010/main" val="3837125210"/>
              </p:ext>
            </p:extLst>
          </p:nvPr>
        </p:nvGraphicFramePr>
        <p:xfrm>
          <a:off x="807049" y="426368"/>
          <a:ext cx="8128000" cy="155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xmlns:a="http://schemas.openxmlformats.org/drawingml/2006/main" h="370840">
                <a:tc xmlns:a="http://schemas.openxmlformats.org/drawingml/2006/main">
                  <a:txBody>
                    <a:bodyPr/>
                    <a:lstStyle/>
                    <a:p>
                      <a:r>
                        <a:rPr lang="en-US" dirty="0" err="1"/>
                        <a:t>ContentId</a:t>
                      </a:r>
                      <a:endParaRPr lang="en-US" dirty="0"/>
                    </a:p>
                  </a:txBody>
                  <a:tcPr/>
                </a:tc>
                <a:tc xmlns:a="http://schemas.openxmlformats.org/drawingml/2006/main">
                  <a:txBody>
                    <a:bodyPr/>
                    <a:lstStyle/>
                    <a:p>
                      <a:r>
                        <a:rPr lang="en-US"/>
                        <a:t>ContentName</a:t>
                      </a:r>
                    </a:p>
                  </a:txBody>
                  <a:tcPr/>
                </a:tc>
                <a:tc xmlns:a="http://schemas.openxmlformats.org/drawingml/2006/main">
                  <a:txBody>
                    <a:bodyPr/>
                    <a:lstStyle/>
                    <a:p>
                      <a:r>
                        <a:rPr lang="en-US"/>
                        <a:t>ContentType</a:t>
                      </a:r>
                    </a:p>
                  </a:txBody>
                  <a:tcPr/>
                </a:tc>
                <a:tc xmlns:a="http://schemas.openxmlformats.org/drawingml/2006/main">
                  <a:txBody>
                    <a:bodyPr/>
                    <a:lstStyle/>
                    <a:p>
                      <a:r>
                        <a:rPr lang="en-US"/>
                        <a:t>ContentVersion</a:t>
                      </a:r>
                    </a:p>
                  </a:txBody>
                  <a:tcPr/>
                </a:tc>
              </a:tr>
              <a:tr xmlns:a="http://schemas.openxmlformats.org/drawingml/2006/main" h="370840">
                <a:tc xmlns:a="http://schemas.openxmlformats.org/drawingml/2006/main">
                  <a:txBody>
                    <a:bodyPr/>
                    <a:lstStyle/>
                    <a:p/>
                  </a:txBody>
                  <a:tcPr/>
                </a:tc>
                <a:tc xmlns:a="http://schemas.openxmlformats.org/drawingml/2006/main">
                  <a:txBody>
                    <a:bodyPr/>
                    <a:lstStyle/>
                    <a:p>
                      <a:r>
                        <a:rPr lang="en-US"/>
                        <a:t>static-expired</a:t>
                      </a:r>
                    </a:p>
                  </a:txBody>
                  <a:tcPr/>
                </a:tc>
                <a:tc xmlns:a="http://schemas.openxmlformats.org/drawingml/2006/main">
                  <a:txBody>
                    <a:bodyPr/>
                    <a:lstStyle/>
                    <a:p>
                      <a:r>
                        <a:rPr lang="en-US"/>
                        <a:t>StaticContent</a:t>
                      </a:r>
                    </a:p>
                  </a:txBody>
                  <a:tcPr/>
                </a:tc>
                <a:tc xmlns:a="http://schemas.openxmlformats.org/drawingml/2006/main">
                  <a:txBody>
                    <a:bodyPr/>
                    <a:lstStyle/>
                    <a:p>
                      <a:r>
                        <a:rPr lang="en-US" dirty="0"/>
                        <a:t>6.0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custDataLst/>
    <p:extLst>
      <p:ext uri="{BB962C8B-B14F-4D97-AF65-F5344CB8AC3E}">
        <p14:creationId xmlns:p14="http://schemas.microsoft.com/office/powerpoint/2010/main" val="4132330113"/>
      </p:ext>
    </p:extLst>
  </p:cSld>
  <p:clrMapOvr>
    <a:masterClrMapping/>
  </p:clrMapOvr>
</p:sld>
</file>

<file path=ppt/slides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ISMICPAGE" val="{&quot;index&quot;:2,&quot;reference&quot;:{&quot;contentId&quot;:&quot;88a4677c-4c95-47ff-9404-05226ad7a571&quot;,&quot;contentVersionId&quot;:&quot;209e1f1a-ee82-492f-91fe-31f22f198979&quot;,&quot;contentVersion&quot;:&quot;1.0&quot;,&quot;page&quot;:{&quot;pageId&quot;:&quot;0b8c1bee-5420-4225-817c-6979e2cb5a5c&quot;,&quot;index&quot;:2,&quot;slideId&quot;:4327}}}"/>
</p:tagLst>
</file>

<file path=ppt/slides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ISMICPAGE" val="{&quot;index&quot;:3,&quot;reference&quot;:{&quot;contentId&quot;:&quot;88a4677c-4c95-47ff-9404-05226ad7a571&quot;,&quot;contentVersionId&quot;:&quot;209e1f1a-ee82-492f-91fe-31f22f198979&quot;,&quot;contentVersion&quot;:&quot;1.0&quot;,&quot;page&quot;:{&quot;pageId&quot;:&quot;a49854ac-722c-45e7-8c83-5d557a778cdd&quot;,&quot;index&quot;:3,&quot;slideId&quot;:3330}}}"/>
</p:tagLst>
</file>

<file path=ppt/tags/tag3.xml><?xml version="1.0" encoding="utf-8"?>
<p:tagLst xmlns:p="http://schemas.openxmlformats.org/presentationml/2006/main">
  <p:tag name="SeismicInstance" val="{&quot;format&quot;:&quot;pptx&quot;,&quot;origin&quot;:{&quot;formId&quot;:&quot;493ca138-25b7-4d06-9b35-05d31e330b5b&quot;,&quot;content&quot;:{&quot;id&quot;:&quot;3be74af7-8dda-4d85-a3a3-7807ce994fe9&quot;,&quot;name&quot;:&quot;Check for updates&quot;,&quot;format&quot;:&quot;pptx&quot;,&quot;version&quot;:&quot;1.0&quot;,&quot;versionId&quot;:&quot;a1a91380-c541-4372-aa85-96f61547b490&quot;},&quot;formName&quot;:&quot;Check for updates&quot;,&quot;contentId&quot;:&quot;3be74af7-8dda-4d85-a3a3-7807ce994fe9&quot;,&quot;profileId&quot;:null,&quot;fullPathId&quot;:&quot;&quot;,&quot;repository&quot;:&quot;doccenter&quot;,&quot;teamsiteId&quot;:&quot;&quot;,&quot;fullPathName&quot;:&quot;&quot;,&quot;contentVersionId&quot;:&quot;a1a91380-c541-4372-aa85-96f61547b490&quot;,&quot;profileVersionId&quot;:&quot;ede417bf-1eca-42b3-97a6-6cc844a2ae9a&quot;},&quot;storages&quot;:[],&quot;generator&quot;:&quot;LiveDoc&quot;,&quot;instanceId&quot;:&quot;49702201-e071-4d7d-b432-0806151a88a0&quot;,&quot;generationId&quot;:&quot;65792636-b408-4730-bbc6-a2f14ac3e5c5&quot;,&quot;regionalFormat&quot;:{&quot;name&quot;:&quot;en-US&quot;,&quot;displayName&quot;:&quot;English (United States)&quot;},&quot;instanceStageId&quot;:&quot;97b55e97-fa41-4964-adb8-96640fca53ec&quot;,&quot;instanceStageType&quot;:2}"/>
</p:tagLst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</Words>
  <Application>Microsoft Office PowerPoint</Application>
  <PresentationFormat>Widescreen</PresentationFormat>
  <Paragraphs>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Check for updates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Check for updates</dc:title>
  <dc:creator>Anna Li</dc:creator>
  <cp:lastModifiedBy>Anna Li</cp:lastModifiedBy>
  <cp:revision>1</cp:revision>
  <dcterms:created xsi:type="dcterms:W3CDTF">2025-09-24T08:04:14Z</dcterms:created>
  <dcterms:modified xsi:type="dcterms:W3CDTF">2025-09-24T08:15:20Z</dcterms:modified>
</cp:coreProperties>
</file>