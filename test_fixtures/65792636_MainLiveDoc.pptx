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28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9.xml" ContentType="application/vnd.openxmlformats-officedocument.customXmlProperties+xml"/>
  <Override PartName="/ppt/customXML/itemProps23.xml" ContentType="application/vnd.openxmlformats-officedocument.customXmlProperties+xml"/>
  <Override PartName="/ppt/customXML/itemProps24.xml" ContentType="application/vnd.openxmlformats-officedocument.customXmlProperties+xml"/>
  <Override PartName="/ppt/customXML/itemProps25.xml" ContentType="application/vnd.openxmlformats-officedocument.customXmlProperties+xml"/>
  <Override PartName="/ppt/customXML/itemProps26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2"/>
  </p:sldMasterIdLst>
  <p:notesMasterIdLst>
    <p:notesMasterId r:id="rId27"/>
  </p:notesMasterIdLst>
  <p:sldIdLst>
    <p:sldId id="256" r:id="rId23"/>
    <p:sldId id="258" r:id="rId24"/>
    <p:sldId id="257" r:id="rId25"/>
    <p:sldId id="259" r:id="rId26"/>
  </p:sldIdLst>
  <p:sldSz cx="12192000" cy="6858000"/>
  <p:notesSz cx="6858000" cy="9144000"/>
  <p:custDataLst>
    <p:custData r:id="R19b73b4f5dc94152"/>
    <p:custData r:id="R8e0f9a2ab6024523"/>
    <p:custData r:id="rId14"/>
    <p:custData r:id="rId5"/>
    <p:custData r:id="rId7"/>
    <p:custData r:id="rId15"/>
    <p:custData r:id="rId9"/>
    <p:custData r:id="rId8"/>
    <p:custData r:id="rId17"/>
    <p:custData r:id="rId11"/>
    <p:custData r:id="rId6"/>
    <p:custData r:id="rId16"/>
    <p:custData r:id="rId12"/>
    <p:custData r:id="rId3"/>
    <p:custData r:id="rId4"/>
    <p:custData r:id="rId10"/>
    <p:custData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7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customXml" Target="../customXml/item8.xml" Id="rId8" /><Relationship Type="http://schemas.openxmlformats.org/officeDocument/2006/relationships/customXml" Target="../customXml/item13.xml" Id="rId13" /><Relationship Type="http://schemas.openxmlformats.org/officeDocument/2006/relationships/customXml" Target="../customXml/item18.xml" Id="rId18" /><Relationship Type="http://schemas.openxmlformats.org/officeDocument/2006/relationships/slide" Target="slides/slide4.xml" Id="rId26" /><Relationship Type="http://schemas.openxmlformats.org/officeDocument/2006/relationships/customXml" Target="../customXml/item3.xml" Id="rId3" /><Relationship Type="http://schemas.openxmlformats.org/officeDocument/2006/relationships/customXml" Target="../customXml/item21.xml" Id="rId21" /><Relationship Type="http://schemas.openxmlformats.org/officeDocument/2006/relationships/customXml" Target="../customXml/item7.xml" Id="rId7" /><Relationship Type="http://schemas.openxmlformats.org/officeDocument/2006/relationships/customXml" Target="../customXml/item12.xml" Id="rId12" /><Relationship Type="http://schemas.openxmlformats.org/officeDocument/2006/relationships/customXml" Target="../customXml/item17.xml" Id="rId17" /><Relationship Type="http://schemas.openxmlformats.org/officeDocument/2006/relationships/slide" Target="slides/slide3.xml" Id="rId25" /><Relationship Type="http://schemas.openxmlformats.org/officeDocument/2006/relationships/customXml" Target="../customXml/item2.xml" Id="rId2" /><Relationship Type="http://schemas.openxmlformats.org/officeDocument/2006/relationships/customXml" Target="../customXml/item16.xml" Id="rId16" /><Relationship Type="http://schemas.openxmlformats.org/officeDocument/2006/relationships/customXml" Target="../customXml/item20.xml" Id="rId20" /><Relationship Type="http://schemas.openxmlformats.org/officeDocument/2006/relationships/viewProps" Target="viewProps.xml" Id="rId29" /><Relationship Type="http://schemas.openxmlformats.org/officeDocument/2006/relationships/customXml" Target="../customXml/item6.xml" Id="rId6" /><Relationship Type="http://schemas.openxmlformats.org/officeDocument/2006/relationships/customXml" Target="../customXml/item11.xml" Id="rId11" /><Relationship Type="http://schemas.openxmlformats.org/officeDocument/2006/relationships/slide" Target="slides/slide2.xml" Id="rId24" /><Relationship Type="http://schemas.openxmlformats.org/officeDocument/2006/relationships/customXml" Target="../customXml/item5.xml" Id="rId5" /><Relationship Type="http://schemas.openxmlformats.org/officeDocument/2006/relationships/customXml" Target="../customXml/item15.xml" Id="rId15" /><Relationship Type="http://schemas.openxmlformats.org/officeDocument/2006/relationships/slide" Target="slides/slide1.xml" Id="rId23" /><Relationship Type="http://schemas.openxmlformats.org/officeDocument/2006/relationships/presProps" Target="presProps.xml" Id="rId28" /><Relationship Type="http://schemas.openxmlformats.org/officeDocument/2006/relationships/customXml" Target="../customXml/item10.xml" Id="rId10" /><Relationship Type="http://schemas.openxmlformats.org/officeDocument/2006/relationships/customXml" Target="../customXml/item19.xml" Id="rId19" /><Relationship Type="http://schemas.openxmlformats.org/officeDocument/2006/relationships/tableStyles" Target="tableStyles.xml" Id="rId31" /><Relationship Type="http://schemas.openxmlformats.org/officeDocument/2006/relationships/customXml" Target="../customXml/item4.xml" Id="rId4" /><Relationship Type="http://schemas.openxmlformats.org/officeDocument/2006/relationships/customXml" Target="../customXml/item9.xml" Id="rId9" /><Relationship Type="http://schemas.openxmlformats.org/officeDocument/2006/relationships/customXml" Target="../customXml/item14.xml" Id="rId14" /><Relationship Type="http://schemas.openxmlformats.org/officeDocument/2006/relationships/slideMaster" Target="slideMasters/slideMaster1.xml" Id="rId22" /><Relationship Type="http://schemas.openxmlformats.org/officeDocument/2006/relationships/notesMaster" Target="notesMasters/notesMaster1.xml" Id="rId27" /><Relationship Type="http://schemas.openxmlformats.org/officeDocument/2006/relationships/theme" Target="theme/theme1.xml" Id="rId30" /><Relationship Type="http://schemas.openxmlformats.org/officeDocument/2006/relationships/customXml" Target="/ppt/customXML/item23.xml" Id="Re94c99e70ba34acd" /><Relationship Type="http://schemas.openxmlformats.org/officeDocument/2006/relationships/customXml" Target="/ppt/customXML/item24.xml" Id="R909ca122ec014b0b" /><Relationship Type="http://schemas.openxmlformats.org/officeDocument/2006/relationships/customXml" Target="/ppt/customXML/item25.xml" Id="Rc72d45fc1d5c427d" /><Relationship Type="http://schemas.openxmlformats.org/officeDocument/2006/relationships/customXml" Target="/ppt/customXML/item26.xml" Id="R1d4e5a45d9e9465f" /><Relationship Type="http://schemas.openxmlformats.org/officeDocument/2006/relationships/customXml" Target="/customXML/item28.xml" Id="R8e0f9a2ab6024523" /><Relationship Type="http://schemas.openxmlformats.org/officeDocument/2006/relationships/customXml" Target="/customXML/item29.xml" Id="R19b73b4f5dc94152" /></Relationships>
</file>

<file path=ppt/customXML/_rels/item23.xml.rels>&#65279;<?xml version="1.0" encoding="utf-8"?><Relationships xmlns="http://schemas.openxmlformats.org/package/2006/relationships"><Relationship Type="http://schemas.openxmlformats.org/officeDocument/2006/relationships/customXmlProps" Target="/ppt/customXML/itemProps23.xml" Id="Rc95b7311ae884a20" /></Relationships>
</file>

<file path=ppt/customXML/_rels/item24.xml.rels>&#65279;<?xml version="1.0" encoding="utf-8"?><Relationships xmlns="http://schemas.openxmlformats.org/package/2006/relationships"><Relationship Type="http://schemas.openxmlformats.org/officeDocument/2006/relationships/customXmlProps" Target="/ppt/customXML/itemProps24.xml" Id="Re957fc437ef9450b" /></Relationships>
</file>

<file path=ppt/customXML/_rels/item25.xml.rels>&#65279;<?xml version="1.0" encoding="utf-8"?><Relationships xmlns="http://schemas.openxmlformats.org/package/2006/relationships"><Relationship Type="http://schemas.openxmlformats.org/officeDocument/2006/relationships/customXmlProps" Target="/ppt/customXML/itemProps25.xml" Id="Rb63750a440e34e1e" /></Relationships>
</file>

<file path=ppt/customXML/_rels/item26.xml.rels>&#65279;<?xml version="1.0" encoding="utf-8"?><Relationships xmlns="http://schemas.openxmlformats.org/package/2006/relationships"><Relationship Type="http://schemas.openxmlformats.org/officeDocument/2006/relationships/customXmlProps" Target="/ppt/customXML/itemProps26.xml" Id="R30b8e2628f0a4bc4" /></Relationships>
</file>

<file path=ppt/customXML/item23.xml><?xml version="1.0" encoding="utf-8"?>
<ContentId CID="SSS003223"/>
</file>

<file path=ppt/customXML/item24.xml><?xml version="1.0" encoding="utf-8"?>
<ContentId CID="SSS003224"/>
</file>

<file path=ppt/customXML/item25.xml><?xml version="1.0" encoding="utf-8"?>
<ContentId CID="SSS003225"/>
</file>

<file path=ppt/customXML/item26.xml><?xml version="1.0" encoding="utf-8"?>
<ContentId CID="SSS003226"/>
</file>

<file path=ppt/customXML/itemProps23.xml><?xml version="1.0" encoding="utf-8"?>
<ds:datastoreItem xmlns:ds="http://schemas.openxmlformats.org/officeDocument/2006/customXml" ds:itemID="{773FCCCC-3808-4864-BE14-0DF812CCD03B}">
  <ds:schemaRefs/>
</ds:datastoreItem>
</file>

<file path=ppt/customXML/itemProps24.xml><?xml version="1.0" encoding="utf-8"?>
<ds:datastoreItem xmlns:ds="http://schemas.openxmlformats.org/officeDocument/2006/customXml" ds:itemID="{AC91BEA9-FE8A-417E-99E0-9F34D3E4AF43}">
  <ds:schemaRefs/>
</ds:datastoreItem>
</file>

<file path=ppt/customXML/itemProps25.xml><?xml version="1.0" encoding="utf-8"?>
<ds:datastoreItem xmlns:ds="http://schemas.openxmlformats.org/officeDocument/2006/customXml" ds:itemID="{F9948D86-B2A9-4869-B9E6-7F070BC3594D}">
  <ds:schemaRefs/>
</ds:datastoreItem>
</file>

<file path=ppt/customXML/itemProps26.xml><?xml version="1.0" encoding="utf-8"?>
<ds:datastoreItem xmlns:ds="http://schemas.openxmlformats.org/officeDocument/2006/customXml" ds:itemID="{145EF4EE-FD93-486F-90B1-3C6954041C2C}">
  <ds:schemaRefs/>
</ds:datastoreItem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1CE17-9C4A-4238-9F05-CAAB15B2F88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0F92D-AF3D-4FDD-9E03-26EE7F95B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2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F92D-AF3D-4FDD-9E03-26EE7F95BC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24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F92D-AF3D-4FDD-9E03-26EE7F95BC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2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F92D-AF3D-4FDD-9E03-26EE7F95BC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50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F92D-AF3D-4FDD-9E03-26EE7F95BC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11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EAC20-CB2E-AC7D-1DD4-6E71BA5BE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F5652-ACC0-81CD-2C3E-EA2D6D849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A8E82-EC4E-C7D8-EA9E-85C474573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02185-1E86-E86F-7C22-33F354D4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39537-3B6F-72B5-CB6C-D783B5BD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5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4212-8019-E216-27D5-26A39B56B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E0CDA-920A-21F2-C40E-63C5DF276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DF22F-EE6E-1C5A-B00E-C4107E0ED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DB040-AF95-8941-594E-5802DE949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26900-7E0E-69E4-F897-D1C6B1DA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893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5DBD-4C95-B09A-FE5C-6115A49E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9AE99-E476-4DB1-043D-9CFF3F8FD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0DF7B-B21E-786D-D8E5-45B8A7EC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3A245-A648-42A1-7C3D-232450BBF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E5040-5544-215E-1977-159A6DC5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2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C09FC-9A8A-E2E2-2B69-99B42EAA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730B-7128-2815-847C-D90835890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513EA-0F36-6911-0F9A-62244B0DE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71F9E-7D66-41DF-024E-2922115F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E868D-0C2F-D4D7-E876-8D5D14D5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03A87-6E75-99C3-9AA1-C3E54D7D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17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992B-A183-E03F-EF03-17DC1AD60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71C72-AD00-156D-65CF-9302C8C34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53F20-9739-5CA7-760D-1C09567A6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40F02-1729-B4EC-C792-CD2D647AA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F233C6-EBB4-0BEB-A36B-2918CEB4A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8ABFE5-05AA-DAF1-60AB-DB85BC59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B073B-7F24-3EC5-EF6B-B03F1FB7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489E2-2E60-50BB-93CE-286507E8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34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05486-9642-1DF4-47B7-6FD2193C7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6C169-5081-8764-94B7-25AF89CDB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96D54-C64D-FBD3-6A1E-972B9730E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22D92-55B2-7FA0-C30C-0D7215AB6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47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FE0FA-7E56-DF0E-6DAE-3127A839C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67F6B-6711-D7AD-18FE-49C4ED96C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91E4F-D698-1C5F-8623-5AA42833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82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5AE1F-71F9-9688-55D7-C4032B97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98F97-23C7-A400-575D-8EE8F1584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EC376-CF81-B1AD-826D-DA522173F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6C075-ADB0-A6E3-DB1F-EAF1267B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D28B6-C793-D8F5-5067-E5B723410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CB8EC-7F72-2F1C-7E97-A6C0358E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4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556A7-955D-16DF-B26F-7C55CD375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555C54-A17C-64FD-AC35-6953751F7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4943E-59B2-DE51-78B0-3B6AB7EE4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BF2A5-3018-A88A-2764-04B65C78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8E77A-2CB7-0919-24A8-423BC6EEF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7D43B-039B-EB26-48C4-169B2A8E1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7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BB07-C4BF-52C5-ED2E-F5A1C5739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DB71B-502D-0F39-8F8D-5DF12BD62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EB605-0B17-76B2-21D1-8CE96016F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DA85C-5F15-5F6A-19E5-BE23D2BC9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B3402-8408-DBED-6F65-C37B1CF63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37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21FF33-AB1A-FB21-5413-3A6BD0632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84985-09E9-2201-A385-B434DF7D5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AC18C-54CA-E0C2-0944-63D34F667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15025-8682-D13C-580B-F91C8F0D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A084E-F0AD-55F7-5FEE-2B782354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0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BC16C-92C2-F71B-2A9A-EB616CC4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FF85B-7BB3-60BD-2897-19EC0FC50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0FA12-1607-619F-B532-980D73EF9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E143C-38D8-0C22-FC83-245AA48D2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B38DD-6A33-5A80-288C-9233B6FFF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1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../notesSlides/notesSlide1.xml" Id="rId3" /><Relationship Type="http://schemas.openxmlformats.org/officeDocument/2006/relationships/slideLayout" Target="../slideLayouts/slideLayout1.xml" Id="rId2" /><Relationship Type="http://schemas.openxmlformats.org/officeDocument/2006/relationships/customXml" Target="../../customXml/item18.xml" Id="rId1" /><Relationship Type="http://schemas.openxmlformats.org/officeDocument/2006/relationships/image" Target="../media/image1.png" Id="rId4" /><Relationship Type="http://schemas.openxmlformats.org/officeDocument/2006/relationships/customXml" Target="/ppt/customXML/item23.xml" Id="R233d8924142d49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../notesSlides/notesSlide2.xml" Id="rId3" /><Relationship Type="http://schemas.openxmlformats.org/officeDocument/2006/relationships/slideLayout" Target="../slideLayouts/slideLayout1.xml" Id="rId2" /><Relationship Type="http://schemas.openxmlformats.org/officeDocument/2006/relationships/customXml" Target="../../customXml/item19.xml" Id="rId1" /><Relationship Type="http://schemas.openxmlformats.org/officeDocument/2006/relationships/image" Target="../media/image2.png" Id="rId4" /><Relationship Type="http://schemas.openxmlformats.org/officeDocument/2006/relationships/customXml" Target="/ppt/customXML/item24.xml" Id="R843ab3d74b2c4f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../notesSlides/notesSlide3.xml" Id="rId3" /><Relationship Type="http://schemas.openxmlformats.org/officeDocument/2006/relationships/slideLayout" Target="../slideLayouts/slideLayout2.xml" Id="rId2" /><Relationship Type="http://schemas.openxmlformats.org/officeDocument/2006/relationships/customXml" Target="../../customXml/item20.xml" Id="rId1" /><Relationship Type="http://schemas.openxmlformats.org/officeDocument/2006/relationships/image" Target="../media/image3.png" Id="rId4" /><Relationship Type="http://schemas.openxmlformats.org/officeDocument/2006/relationships/customXml" Target="/ppt/customXML/item25.xml" Id="R862a08d2a0394e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../notesSlides/notesSlide4.xml" Id="rId3" /><Relationship Type="http://schemas.openxmlformats.org/officeDocument/2006/relationships/slideLayout" Target="../slideLayouts/slideLayout2.xml" Id="rId2" /><Relationship Type="http://schemas.openxmlformats.org/officeDocument/2006/relationships/customXml" Target="../../customXml/item21.xml" Id="rId1" /><Relationship Type="http://schemas.openxmlformats.org/officeDocument/2006/relationships/image" Target="../media/image4.png" Id="rId4" /><Relationship Type="http://schemas.openxmlformats.org/officeDocument/2006/relationships/customXml" Target="/ppt/customXML/item26.xml" Id="Rce4448f6a6954e6f" /></Relationships>
</file>

<file path=ppt/slides/slide1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39c4f60a-bf28-445a-9c98-c4296622eb9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FD50-516E-DA8F-B161-5CFF066FF7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heck for updates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778D9-A51A-0249-ECBC-E838424178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7BD0F3-7ABB-A30B-11AB-B286071ACB9A}"/>
              </a:ext>
            </a:extLst>
          </p:cNvPr>
          <p:cNvPicPr>
            <a:picLocks noChangeAspect="1"/>
          </p:cNvPicPr>
          <p:nvPr>
            <p:custDataLst>
              <p:custData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521" y="3718600"/>
            <a:ext cx="2501069" cy="1875802"/>
          </a:xfrm>
          <a:prstGeom prst="rect">
            <a:avLst/>
          </a:prstGeom>
        </p:spPr>
      </p:pic>
    </p:spTree>
    <p:custDataLst>
      <p:custData r:id="R233d8924142d49bf"/>
    </p:custDataLst>
    <p:extLst>
      <p:ext uri="{BB962C8B-B14F-4D97-AF65-F5344CB8AC3E}">
        <p14:creationId xmlns:p14="http://schemas.microsoft.com/office/powerpoint/2010/main" val="1243019124"/>
      </p:ext>
    </p:extLst>
  </p:cSld>
  <p:clrMapOvr>
    <a:masterClrMapping/>
  </p:clrMapOvr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c7938946-ee50-459e-80f0-db754df4c037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843ab3d74b2c4f12"/>
      <p:custData r:id="rId1"/>
    </p:custDataLst>
    <p:extLst>
      <p:ext uri="{BB962C8B-B14F-4D97-AF65-F5344CB8AC3E}">
        <p14:creationId xmlns:p14="http://schemas.microsoft.com/office/powerpoint/2010/main" val="129127664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9948591d-bcf3-4dd5-b148-6ce2dbd519ce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D05F-DE4C-AD9B-4F50-28B5F65F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CBF4D-D651-947E-6F1B-53B0AC0B4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custData r:id="R862a08d2a0394e70"/>
      <p:custData r:id="rId1"/>
    </p:custDataLst>
    <p:extLst>
      <p:ext uri="{BB962C8B-B14F-4D97-AF65-F5344CB8AC3E}">
        <p14:creationId xmlns:p14="http://schemas.microsoft.com/office/powerpoint/2010/main" val="1382832286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b84d669e-db73-4638-9c9f-9b63588ec5e6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FF9C7-FA46-683C-543B-FF72664C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B804D-E394-7B27-72F6-2D29AF5A1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custData r:id="Rce4448f6a6954e6f"/>
      <p:custData r:id="rId1"/>
    </p:custDataLst>
    <p:extLst>
      <p:ext uri="{BB962C8B-B14F-4D97-AF65-F5344CB8AC3E}">
        <p14:creationId xmlns:p14="http://schemas.microsoft.com/office/powerpoint/2010/main" val="4050455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28.xml.rels>&#65279;<?xml version="1.0" encoding="utf-8"?><Relationships xmlns="http://schemas.openxmlformats.org/package/2006/relationships"><Relationship Type="http://schemas.openxmlformats.org/officeDocument/2006/relationships/customXmlProps" Target="/customXML/itemProps28.xml" Id="Rdbb3caf6907a4d16" /></Relationships>
</file>

<file path=customXML/_rels/item29.xml.rels>&#65279;<?xml version="1.0" encoding="utf-8"?><Relationships xmlns="http://schemas.openxmlformats.org/package/2006/relationships"><Relationship Type="http://schemas.openxmlformats.org/officeDocument/2006/relationships/customXmlProps" Target="/customXML/itemProps29.xml" Id="R8d9239fa43bd443b" /></Relationships>
</file>

<file path=customXML/item28.xml><?xml version="1.0" encoding="utf-8"?>
<TemplateEditing>
  <RootElementId>3be74af7-8dda-4d85-a3a3-7807ce994fe9</RootElementId>
  <TenantOrigin>qa01eastasia01</TenantOrigin>
  <CID>DCD014461</CID>
</TemplateEditing>
</file>

<file path=customXML/item29.xml><?xml version="1.0" encoding="utf-8"?>
<Presentation UniqueId="3be74af7-8dda-4d85-a3a3-7807ce994fe9" MajorVersion="1" MinorVersion="0" CID="DCD014461"/>
</file>

<file path=customXML/itemProps28.xml><?xml version="1.0" encoding="utf-8"?>
<ds:datastoreItem xmlns:ds="http://schemas.openxmlformats.org/officeDocument/2006/customXml" ds:itemID="{D8CA431A-8D51-4CCC-B6E2-F6B13CB096D8}">
  <ds:schemaRefs/>
</ds:datastoreItem>
</file>

<file path=customXML/itemProps29.xml><?xml version="1.0" encoding="utf-8"?>
<ds:datastoreItem xmlns:ds="http://schemas.openxmlformats.org/officeDocument/2006/customXml" ds:itemID="{9D7BB615-9AC1-4007-A64C-ACC676CB341E}">
  <ds:schemaRefs/>
</ds:datastoreItem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item2.xml><?xml version="1.0" encoding="utf-8"?>
<pd:PersonalizationDefinition xmlns:pd="Strauss.PersonalizationDefinition" name="">
  <pd:DataReferenceList>
    <pd:DataReference datasourceID="b3f20c60-6e41-47bc-b4ce-16f3fc03a53d" dataFieldID="e2b340c9-a9b4-45c4-86cf-604817b6ee76" variableListUniqueId="bbdc3d31-82ca-4203-a817-20d71d9e0e51"/>
  </pd:DataReferenceList>
  <pd:ExternalContentPD name="logo" desc="" uid="89112849-f31d-4a91-949c-793c2b265156" provider="" control="ScaleToFit" hasDefault="False" canManualUpload="False" allowPartialPdf="False" OverlayForPage="0" IsFitPDF="True" IsAdvancedMode="False" SamplePDFName="" ExternalContentType="ExternalImage" AllowPDF="False" AllowPptx="True" IncludeStandardPPTX="True" IncludeLiveDoc="True" canSelectFromLibrary="True" isFromExternal="False" SlideFitPattern="AlignTopLeft" IncludePlaceholder="False">
    <pd:DataReferenceList>
      <pd:DataReference datasourceID="b3f20c60-6e41-47bc-b4ce-16f3fc03a53d" dataFieldID="e2b340c9-a9b4-45c4-86cf-604817b6ee76" variableListUniqueId="bbdc3d31-82ca-4203-a817-20d71d9e0e51"/>
    </pd:DataReferenceList>
    <pd:ExternalContentQuery queryType="PullFromLibrary" queryFolderId="" rel="&amp;&amp;">
      <pd:QueryItem propertyId="" propertyName="ContentName" operator="==" isvariablebinding="True" propertyType="string" multiValue="False">
        <pd:DataReference datasourceID="b3f20c60-6e41-47bc-b4ce-16f3fc03a53d" dataFieldID="e2b340c9-a9b4-45c4-86cf-604817b6ee76" variableListUniqueId="bbdc3d31-82ca-4203-a817-20d71d9e0e51"/>
      </pd:QueryItem>
    </pd:ExternalContentQuery>
  </pd:ExternalContentPD>
</pd:PersonalizationDefinition>
</file>

<file path=customXml/item3.xml><?xml version="1.0" encoding="utf-8"?>
<VariableListDefinition name="AD_HOC" displayName="AD_HOC" id="bbdc3d31-82ca-4203-a817-20d71d9e0e51" isdomainofvalue="False" dataSourceId="b3f20c60-6e41-47bc-b4ce-16f3fc03a53d">
  <Variable name="Client" type="STRING" dataFieldId="013cb4b5-80c5-4f12-9983-c0275155be44"/>
  <Variable name="logo" type="STRING" dataFieldId="e2b340c9-a9b4-45c4-86cf-604817b6ee76"/>
  <Variable name="DynamicSlide" type="STRING" dataFieldId="1b563cad-b114-4aa6-a057-9164261fba91"/>
</VariableListDefinition>
</file>

<file path=customXml/item4.xml><?xml version="1.0" encoding="utf-8"?>
<VariableList UniqueId="bbdc3d31-82ca-4203-a817-20d71d9e0e51" Name="AD_HOC" ContentType="XML" MajorVersion="0" MinorVersion="1" isLocalCopy="False" IsBaseObject="False" DataSourceId="b3f20c60-6e41-47bc-b4ce-16f3fc03a53d" DataSourceMajorVersion="0" DataSourceMinorVersion="1"/>
</file>

<file path=customXml/item5.xml><?xml version="1.0" encoding="utf-8"?>
<DataSourceInfo>
  <Id>b3f20c60-6e41-47bc-b4ce-16f3fc03a53d</Id>
  <MajorVersion>0</MajorVersion>
  <MinorVersion>1</MinorVersion>
  <DataSourceType>Ad_Hoc</DataSourceType>
  <Name>AD_HOC</Name>
  <Description/>
  <Filter/>
  <DataFields>
    <FieldInfo>
      <Id>013cb4b5-80c5-4f12-9983-c0275155be44</Id>
      <Name>Client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Client</OriginalName>
      <ValidationMessage/>
    </FieldInfo>
    <FieldInfo>
      <Id>e2b340c9-a9b4-45c4-86cf-604817b6ee76</Id>
      <Name>logo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/>
      <ValidationMessage/>
    </FieldInfo>
    <FieldInfo>
      <Id>1b563cad-b114-4aa6-a057-9164261fba91</Id>
      <Name>DynamicSlide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/>
      <ValidationMessage/>
    </FieldInfo>
  </DataFields>
</DataSourceInfo>
</file>

<file path=customXml/item6.xml><?xml version="1.0" encoding="utf-8"?>
<DataSourceMapping>
  <Id>4dd87ea7-700c-43d2-8305-cbb97c5343b3</Id>
  <Name>AD_HOC_MAPPING</Name>
  <TargetDataSource>b3f20c60-6e41-47bc-b4ce-16f3fc03a53d</TargetDataSource>
  <SourceType>XML File</SourceType>
  <IsReadOnly>false</IsReadOnly>
  <SalesforceOrganizationId>00000000-0000-0000-0000-000000000000</SalesforceOrganizationId>
  <SalesforceOrganizationName/>
  <SalesforceApiVersion/>
  <Properties>
    <Property Name="RecordSeperator" Value="SampleData/DataRecord"/>
  </Properties>
  <RawMappings>
    <RawMapping DataFieldId="013cb4b5-80c5-4f12-9983-c0275155be44" Mapping="DataRecord/Client"/>
    <RawMapping DataFieldId="e2b340c9-a9b4-45c4-86cf-604817b6ee76" Mapping="DataRecord/logo"/>
    <RawMapping DataFieldId="1b563cad-b114-4aa6-a057-9164261fba91" Mapping="DataRecord/DynamicSlide"/>
  </RawMappings>
  <DesignTimeProperties/>
</DataSourceMapping>
</file>

<file path=customXml/item7.xml><?xml version="1.0" encoding="utf-8"?>
<SourceDataModel Name="AD_HOC" TargetDataSourceId="b3f20c60-6e41-47bc-b4ce-16f3fc03a53d"/>
</file>

<file path=customXml/item8.xml><?xml version="1.0" encoding="utf-8"?>
<VariableListDefinition name="Computed" displayName="Computed" id="e4fbc28e-e116-4cb1-9083-de79dab071c8" isdomainofvalue="False" dataSourceId="3a9e474e-a8b2-4a49-b735-f77ea0ec8231"/>
</file>

<file path=customXml/item9.xml><?xml version="1.0" encoding="utf-8"?>
<VariableList UniqueId="e4fbc28e-e116-4cb1-9083-de79dab071c8" Name="Computed" ContentType="XML" MajorVersion="0" MinorVersion="1" isLocalCopy="False" IsBaseObject="False" DataSourceId="3a9e474e-a8b2-4a49-b735-f77ea0ec8231" DataSourceMajorVersion="0" DataSourceMinorVersion="1"/>
</file>

<file path=customXml/item10.xml><?xml version="1.0" encoding="utf-8"?>
<DataSourceInfo>
  <Id>3a9e474e-a8b2-4a49-b735-f77ea0ec8231</Id>
  <MajorVersion>0</MajorVersion>
  <MinorVersion>1</MinorVersion>
  <DataSourceType>Expression</DataSourceType>
  <Name>Computed</Name>
  <Description/>
  <Filter/>
  <DataFields/>
</DataSourceInfo>
</file>

<file path=customXml/item11.xml><?xml version="1.0" encoding="utf-8"?>
<DataSourceMapping>
  <Id>09b75c1f-4b07-47a2-af98-0fc91a98a515</Id>
  <Name>EXPRESSION_VARIABLE_MAPPING</Name>
  <TargetDataSource>3a9e474e-a8b2-4a49-b735-f77ea0ec8231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12.xml><?xml version="1.0" encoding="utf-8"?>
<VariableListDefinition name="System" displayName="System" id="69ac9f58-bc2e-45a9-81dd-8c274d05b423" isdomainofvalue="False" dataSourceId="00cb0d77-2c4e-4433-a513-f11f4a8f42fd"/>
</file>

<file path=customXml/item13.xml><?xml version="1.0" encoding="utf-8"?>
<VariableList UniqueId="69ac9f58-bc2e-45a9-81dd-8c274d05b423" Name="System" ContentType="XML" MajorVersion="0" MinorVersion="1" isLocalCopy="False" IsBaseObject="False" DataSourceId="00cb0d77-2c4e-4433-a513-f11f4a8f42fd" DataSourceMajorVersion="0" DataSourceMinorVersion="1"/>
</file>

<file path=customXml/item14.xml><?xml version="1.0" encoding="utf-8"?>
<DataSourceInfo>
  <Id>00cb0d77-2c4e-4433-a513-f11f4a8f42fd</Id>
  <MajorVersion>0</MajorVersion>
  <MinorVersion>1</MinorVersion>
  <DataSourceType>System</DataSourceType>
  <Name>System</Name>
  <Description/>
  <Filter/>
  <DataFields/>
</DataSourceInfo>
</file>

<file path=customXml/item15.xml><?xml version="1.0" encoding="utf-8"?>
<DataSourceMapping>
  <Id>351ebafe-9ffd-43ee-aa92-b0a4a0044055</Id>
  <Name>EXPRESSION_VARIABLE_MAPPING</Name>
  <TargetDataSource>00cb0d77-2c4e-4433-a513-f11f4a8f42fd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16.xml><?xml version="1.0" encoding="utf-8"?>
<VariableListCustXmlRels>
  <VariableListCustXmlRel variableListName="AD_HOC">
    <VariableListDefCustXmlId>{17C04F72-31D7-48E1-937A-5428D671EE1E}</VariableListDefCustXmlId>
    <LibraryMetadataCustXmlId>{3878385A-2AC6-4A04-87B1-F4556A4F120A}</LibraryMetadataCustXmlId>
    <DataSourceInfoCustXmlId>{9BDCC614-879D-4071-9DB6-AE74F8B570A1}</DataSourceInfoCustXmlId>
    <DataSourceMappingCustXmlId>{5AD15B38-FB2D-4CE6-AA1E-E708BC220B89}</DataSourceMappingCustXmlId>
    <SdmcCustXmlId>{2321E7F8-AABB-4EFC-A73D-97F8499DC0CE}</SdmcCustXmlId>
  </VariableListCustXmlRel>
  <VariableListCustXmlRel variableListName="Computed">
    <VariableListDefCustXmlId>{6E72464F-437E-47AC-8F41-9793F871A268}</VariableListDefCustXmlId>
    <LibraryMetadataCustXmlId>{2921D0E4-621D-4595-B4FE-B2F049CAA312}</LibraryMetadataCustXmlId>
    <DataSourceInfoCustXmlId>{4182DD29-260E-4182-BBEB-F973B8D25CAF}</DataSourceInfoCustXmlId>
    <DataSourceMappingCustXmlId>{60D69B05-5C2B-4A01-A687-5F106AACB401}</DataSourceMappingCustXmlId>
  </VariableListCustXmlRel>
  <VariableListCustXmlRel variableListName="System">
    <VariableListDefCustXmlId>{635FFFE0-C4D1-42C8-9B9C-08A5D35C31E4}</VariableListDefCustXmlId>
    <LibraryMetadataCustXmlId>{ACBA25DC-F0F9-4C38-9B04-AD85806C1537}</LibraryMetadataCustXmlId>
    <DataSourceInfoCustXmlId>{E3D126A6-DA0E-47E6-8A9A-AA850C70E0BA}</DataSourceInfoCustXmlId>
    <DataSourceMappingCustXmlId>{B48E965D-3AC5-47B3-84EF-40F2E4B744FE}</DataSourceMappingCustXmlId>
  </VariableListCustXmlRel>
</VariableListCustXmlRels>
</file>

<file path=customXml/item17.xml><?xml version="1.0" encoding="utf-8"?>
<AllExternalAdhocVariableMappings/>
</file>

<file path=customXml/item18.xml><?xml version="1.0" encoding="utf-8"?>
<pd:PersonalizationDefinition xmlns:pd="Strauss.PersonalizationDefinition" name="">
  <pd:DataReferenceList>
    <pd:DataReference datasourceID="b3f20c60-6e41-47bc-b4ce-16f3fc03a53d" dataFieldID="e2b340c9-a9b4-45c4-86cf-604817b6ee76" variableListUniqueId="bbdc3d31-82ca-4203-a817-20d71d9e0e51"/>
  </pd:DataReferenceList>
  <pd:ExternalContentPD name="logo" desc="" uid="89112849-f31d-4a91-949c-793c2b265156" provider="" control="ScaleToFit" hasDefault="False" canManualUpload="False" allowPartialPdf="False" OverlayForPage="0" IsFitPDF="True" IsAdvancedMode="False" SamplePDFName="" ExternalContentType="ExternalImage" AllowPDF="False" AllowPptx="True" IncludeStandardPPTX="True" IncludeLiveDoc="True" canSelectFromLibrary="True" isFromExternal="False" SlideFitPattern="AlignTopLeft" IncludePlaceholder="False">
    <pd:DataReferenceList>
      <pd:DataReference datasourceID="b3f20c60-6e41-47bc-b4ce-16f3fc03a53d" dataFieldID="e2b340c9-a9b4-45c4-86cf-604817b6ee76" variableListUniqueId="bbdc3d31-82ca-4203-a817-20d71d9e0e51"/>
    </pd:DataReferenceList>
    <pd:ExternalContentQuery queryType="PullFromLibrary" queryFolderId="" rel="&amp;&amp;">
      <pd:QueryItem propertyId="" propertyName="ContentName" operator="==" isvariablebinding="True" propertyType="string" multiValue="False">
        <pd:DataReference datasourceID="b3f20c60-6e41-47bc-b4ce-16f3fc03a53d" dataFieldID="e2b340c9-a9b4-45c4-86cf-604817b6ee76" variableListUniqueId="bbdc3d31-82ca-4203-a817-20d71d9e0e51"/>
      </pd:QueryItem>
    </pd:ExternalContentQuery>
  </pd:ExternalContentPD>
</pd:PersonalizationDefinition>
</file>

<file path=customXml/item19.xml><?xml version="1.0" encoding="utf-8"?>
<pd:PersonalizationDefinition xmlns:pd="Strauss.PersonalizationDefinition" name="">
  <pd:DataReferenceList>
    <pd:DataReference datasourceID="b3f20c60-6e41-47bc-b4ce-16f3fc03a53d" dataFieldID="013cb4b5-80c5-4f12-9983-c0275155be44" variableListUniqueId="bbdc3d31-82ca-4203-a817-20d71d9e0e51"/>
  </pd:DataReferenceList>
  <pd:ComponentReferencePD name="Shared slides" desc="" uid="" type="Slide" referenceId="5dccd26f-54cc-4977-8f2e-ec6a029968c7" keepsourceformat="True" updateMode="Automatic" componentContentId="01fa1c2d-980f-40f8-bfc3-36435488cdfc" componentMajorVersion="-1" componentMinorVersion="-1" componentVersionId="Latest">
    <pd:DataReferenceList>
      <pd:DataReference datasourceID="b3f20c60-6e41-47bc-b4ce-16f3fc03a53d" dataFieldID="013cb4b5-80c5-4f12-9983-c0275155be44" variableListUniqueId="bbdc3d31-82ca-4203-a817-20d71d9e0e51"/>
    </pd:DataReferenceList>
    <pd:DataReferenceMappingList>
      <pd:TargetDataReference type="string" datasourceID="c5b64a31-25a7-44e5-a955-6c5b2477ac12" dataFieldID="3089ae58-42c4-48d6-ae58-a7e6b1d6efb3" variableListUniqueId="b340cbbc-8fb9-444b-a605-8753dcb4c827" name="Client">
        <pd:SourceDataReference type="string" datasourceID="b3f20c60-6e41-47bc-b4ce-16f3fc03a53d" dataFieldID="013cb4b5-80c5-4f12-9983-c0275155be44" variableListUniqueId="bbdc3d31-82ca-4203-a817-20d71d9e0e51" name="Client"/>
      </pd:TargetDataReference>
    </pd:DataReferenceMappingList>
    <pd:ExtensionList>
      <pd:LatestVersionId>e2ec3bec-a6ef-4119-a54d-e41dd4d7e9a7</pd:LatestVersionId>
      <pd:NeedReloadImage>False</pd:NeedReloadImage>
      <pd:ObjectType>Slide</pd:ObjectType>
    </pd:ExtensionList>
    <pd:TransferredItemList/>
  </pd:ComponentReferencePD>
</pd:PersonalizationDefinition>
</file>

<file path=customXml/item20.xml><?xml version="1.0" encoding="utf-8"?>
<pd:PersonalizationDefinition xmlns:pd="Strauss.PersonalizationDefinition" name="">
  <pd:DataReferenceList>
    <pd:DataReference datasourceID="b3f20c60-6e41-47bc-b4ce-16f3fc03a53d" dataFieldID="1b563cad-b114-4aa6-a057-9164261fba91" variableListUniqueId="bbdc3d31-82ca-4203-a817-20d71d9e0e51"/>
  </pd:DataReferenceList>
  <pd:DynamicSlidePD name="DS" desc="" uid="69835b19-ced1-4471-9d99-71cbf8a61276" provider="" keepsourceformat="True" includeStandardPPTX="True" includeLiveDoc="True" hasDefault="False" IncludePlaceholder="False">
    <pd:DataReferenceList>
      <pd:DataReference datasourceID="b3f20c60-6e41-47bc-b4ce-16f3fc03a53d" dataFieldID="1b563cad-b114-4aa6-a057-9164261fba91" variableListUniqueId="bbdc3d31-82ca-4203-a817-20d71d9e0e51"/>
    </pd:DataReferenceList>
    <pd:ExternalContentQuery queryType="PullFromLibrary" queryFolderId="" rel="&amp;&amp;">
      <pd:QueryItem propertyId="" propertyName="ContentName" operator="==" isvariablebinding="True" propertyType="string" multiValue="False">
        <pd:DataReference datasourceID="b3f20c60-6e41-47bc-b4ce-16f3fc03a53d" dataFieldID="1b563cad-b114-4aa6-a057-9164261fba91" variableListUniqueId="bbdc3d31-82ca-4203-a817-20d71d9e0e51"/>
      </pd:QueryItem>
    </pd:ExternalContentQuery>
  </pd:DynamicSlidePD>
</pd:PersonalizationDefinition>
</file>

<file path=customXml/item21.xml><?xml version="1.0" encoding="utf-8"?>
<pd:PersonalizationDefinition xmlns:pd="Strauss.PersonalizationDefinition" name="">
  <pd:DataReferenceList/>
  <pd:ExternalContentPD name="ES" desc="" uid="09ae0f58-360e-46de-bcdf-4cd13ff8187a" provider="" control="" hasDefault="False" canManualUpload="True" allowPartialPdf="False" OverlayForPage="0" IsFitPDF="True" IsAdvancedMode="False" SamplePDFName="" ExternalContentType="ExternalSlides" AllowPDF="True" AllowPptx="True" IncludeStandardPPTX="True" IncludeLiveDoc="True" canSelectFromLibrary="True" isFromExternal="False" SlideFitPattern="AlignTopLeft" IncludePlaceholder="False">
    <pd:DataReferenceList/>
    <pd:ExternalContentQuery queryType="PullFromLibrary" queryFolderId="" rel="&amp;&amp;">
      <pd:QueryItem propertyId="9b8ca778-372d-4c0e-bde0-704e8695a40e" propertyName="Tag" operator="==" isvariablebinding="False" propertyType="string" multiValue="False">anna</pd:QueryItem>
    </pd:ExternalContentQuery>
  </pd:ExternalContentPD>
</pd:PersonalizationDefinition>
</file>

<file path=customXml/itemProps2.xml><?xml version="1.0" encoding="utf-8"?>
<ds:datastoreItem xmlns:ds="http://schemas.openxmlformats.org/officeDocument/2006/customXml" ds:itemID="{4B70C34D-EE19-48BB-9E18-3188372ADDCA}">
  <ds:schemaRefs>
    <ds:schemaRef ds:uri="Strauss.PersonalizationDefinition"/>
  </ds:schemaRefs>
</ds:datastoreItem>
</file>

<file path=customXml/itemProps3.xml><?xml version="1.0" encoding="utf-8"?>
<ds:datastoreItem xmlns:ds="http://schemas.openxmlformats.org/officeDocument/2006/customXml" ds:itemID="{17C04F72-31D7-48E1-937A-5428D671EE1E}">
  <ds:schemaRefs/>
</ds:datastoreItem>
</file>

<file path=customXml/itemProps4.xml><?xml version="1.0" encoding="utf-8"?>
<ds:datastoreItem xmlns:ds="http://schemas.openxmlformats.org/officeDocument/2006/customXml" ds:itemID="{3878385A-2AC6-4A04-87B1-F4556A4F120A}">
  <ds:schemaRefs/>
</ds:datastoreItem>
</file>

<file path=customXml/itemProps5.xml><?xml version="1.0" encoding="utf-8"?>
<ds:datastoreItem xmlns:ds="http://schemas.openxmlformats.org/officeDocument/2006/customXml" ds:itemID="{9BDCC614-879D-4071-9DB6-AE74F8B570A1}">
  <ds:schemaRefs/>
</ds:datastoreItem>
</file>

<file path=customXml/itemProps6.xml><?xml version="1.0" encoding="utf-8"?>
<ds:datastoreItem xmlns:ds="http://schemas.openxmlformats.org/officeDocument/2006/customXml" ds:itemID="{5AD15B38-FB2D-4CE6-AA1E-E708BC220B89}">
  <ds:schemaRefs/>
</ds:datastoreItem>
</file>

<file path=customXml/itemProps7.xml><?xml version="1.0" encoding="utf-8"?>
<ds:datastoreItem xmlns:ds="http://schemas.openxmlformats.org/officeDocument/2006/customXml" ds:itemID="{2321E7F8-AABB-4EFC-A73D-97F8499DC0CE}">
  <ds:schemaRefs/>
</ds:datastoreItem>
</file>

<file path=customXml/itemProps8.xml><?xml version="1.0" encoding="utf-8"?>
<ds:datastoreItem xmlns:ds="http://schemas.openxmlformats.org/officeDocument/2006/customXml" ds:itemID="{6E72464F-437E-47AC-8F41-9793F871A268}">
  <ds:schemaRefs/>
</ds:datastoreItem>
</file>

<file path=customXml/itemProps9.xml><?xml version="1.0" encoding="utf-8"?>
<ds:datastoreItem xmlns:ds="http://schemas.openxmlformats.org/officeDocument/2006/customXml" ds:itemID="{2921D0E4-621D-4595-B4FE-B2F049CAA312}">
  <ds:schemaRefs/>
</ds:datastoreItem>
</file>

<file path=customXml/itemProps10.xml><?xml version="1.0" encoding="utf-8"?>
<ds:datastoreItem xmlns:ds="http://schemas.openxmlformats.org/officeDocument/2006/customXml" ds:itemID="{4182DD29-260E-4182-BBEB-F973B8D25CAF}">
  <ds:schemaRefs/>
</ds:datastoreItem>
</file>

<file path=customXml/itemProps11.xml><?xml version="1.0" encoding="utf-8"?>
<ds:datastoreItem xmlns:ds="http://schemas.openxmlformats.org/officeDocument/2006/customXml" ds:itemID="{60D69B05-5C2B-4A01-A687-5F106AACB401}">
  <ds:schemaRefs/>
</ds:datastoreItem>
</file>

<file path=customXml/itemProps12.xml><?xml version="1.0" encoding="utf-8"?>
<ds:datastoreItem xmlns:ds="http://schemas.openxmlformats.org/officeDocument/2006/customXml" ds:itemID="{635FFFE0-C4D1-42C8-9B9C-08A5D35C31E4}">
  <ds:schemaRefs/>
</ds:datastoreItem>
</file>

<file path=customXml/itemProps13.xml><?xml version="1.0" encoding="utf-8"?>
<ds:datastoreItem xmlns:ds="http://schemas.openxmlformats.org/officeDocument/2006/customXml" ds:itemID="{ACBA25DC-F0F9-4C38-9B04-AD85806C1537}">
  <ds:schemaRefs/>
</ds:datastoreItem>
</file>

<file path=customXml/itemProps14.xml><?xml version="1.0" encoding="utf-8"?>
<ds:datastoreItem xmlns:ds="http://schemas.openxmlformats.org/officeDocument/2006/customXml" ds:itemID="{E3D126A6-DA0E-47E6-8A9A-AA850C70E0BA}">
  <ds:schemaRefs/>
</ds:datastoreItem>
</file>

<file path=customXml/itemProps15.xml><?xml version="1.0" encoding="utf-8"?>
<ds:datastoreItem xmlns:ds="http://schemas.openxmlformats.org/officeDocument/2006/customXml" ds:itemID="{B48E965D-3AC5-47B3-84EF-40F2E4B744FE}">
  <ds:schemaRefs/>
</ds:datastoreItem>
</file>

<file path=customXml/itemProps16.xml><?xml version="1.0" encoding="utf-8"?>
<ds:datastoreItem xmlns:ds="http://schemas.openxmlformats.org/officeDocument/2006/customXml" ds:itemID="{FA1E35C7-5B62-44BF-A53C-39D276167FFB}">
  <ds:schemaRefs/>
</ds:datastoreItem>
</file>

<file path=customXml/itemProps17.xml><?xml version="1.0" encoding="utf-8"?>
<ds:datastoreItem xmlns:ds="http://schemas.openxmlformats.org/officeDocument/2006/customXml" ds:itemID="{D2C44D30-B4EB-4E76-BFAF-5AC9EB9AF1DC}">
  <ds:schemaRefs/>
</ds:datastoreItem>
</file>

<file path=customXml/itemProps18.xml><?xml version="1.0" encoding="utf-8"?>
<ds:datastoreItem xmlns:ds="http://schemas.openxmlformats.org/officeDocument/2006/customXml" ds:itemID="{5594AD8F-761A-4C71-8026-F28DD84DDFD5}">
  <ds:schemaRefs>
    <ds:schemaRef ds:uri="Strauss.PersonalizationDefinition"/>
  </ds:schemaRefs>
</ds:datastoreItem>
</file>

<file path=customXml/itemProps19.xml><?xml version="1.0" encoding="utf-8"?>
<ds:datastoreItem xmlns:ds="http://schemas.openxmlformats.org/officeDocument/2006/customXml" ds:itemID="{44273332-108A-43FA-96C5-5F9FDD078111}">
  <ds:schemaRefs>
    <ds:schemaRef ds:uri="Strauss.PersonalizationDefinition"/>
  </ds:schemaRefs>
</ds:datastoreItem>
</file>

<file path=customXml/itemProps20.xml><?xml version="1.0" encoding="utf-8"?>
<ds:datastoreItem xmlns:ds="http://schemas.openxmlformats.org/officeDocument/2006/customXml" ds:itemID="{95B82EFB-FF05-4BC8-85E5-84761070BA99}">
  <ds:schemaRefs>
    <ds:schemaRef ds:uri="Strauss.PersonalizationDefinition"/>
  </ds:schemaRefs>
</ds:datastoreItem>
</file>

<file path=customXml/itemProps21.xml><?xml version="1.0" encoding="utf-8"?>
<ds:datastoreItem xmlns:ds="http://schemas.openxmlformats.org/officeDocument/2006/customXml" ds:itemID="{2319D794-0D72-4231-A1B2-776C93460BE9}">
  <ds:schemaRefs>
    <ds:schemaRef ds:uri="Strauss.PersonalizationDefini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</Words>
  <Application>Microsoft Office PowerPoint</Application>
  <PresentationFormat>Widescreen</PresentationFormat>
  <Paragraphs>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Check for updates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Li</dc:creator>
  <cp:lastModifiedBy>Anna Li</cp:lastModifiedBy>
  <cp:revision>1</cp:revision>
  <dcterms:created xsi:type="dcterms:W3CDTF">2025-09-24T08:04:14Z</dcterms:created>
  <dcterms:modified xsi:type="dcterms:W3CDTF">2025-09-24T08:15:20Z</dcterms:modified>
</cp:coreProperties>
</file>