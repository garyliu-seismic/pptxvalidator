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Default Extension="bin" ContentType="image/jpeg"/>
  <Default Extension="png" ContentType="image/pn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customXML/item67.xml" ContentType="application/xml"/>
  <Override PartName="/customXML/itemProps67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customXML/item2.xml" ContentType="application/xml"/>
  <Override PartName="/ppt/customXML/itemProps2.xml" ContentType="application/vnd.openxmlformats-officedocument.customXmlProperties+xml"/>
  <Override PartName="/ppt/slideLayouts/slideLayout2.xml" ContentType="application/vnd.openxmlformats-officedocument.presentationml.slideLayout+xml"/>
  <Override PartName="/ppt/customXML/item3.xml" ContentType="application/xml"/>
  <Override PartName="/ppt/customXML/itemProps3.xml" ContentType="application/vnd.openxmlformats-officedocument.customXmlProperties+xml"/>
  <Override PartName="/ppt/customXML/item4.xml" ContentType="application/xml"/>
  <Override PartName="/ppt/customXML/itemProps4.xml" ContentType="application/vnd.openxmlformats-officedocument.customXmlProperties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3.xml" ContentType="application/vnd.openxmlformats-officedocument.presentationml.slideLayout+xml"/>
  <Override PartName="/ppt/customXML/item5.xml" ContentType="application/xml"/>
  <Override PartName="/ppt/customXML/itemProps5.xml" ContentType="application/vnd.openxmlformats-officedocument.customXmlProperties+xml"/>
  <Override PartName="/ppt/slideLayouts/slideLayout4.xml" ContentType="application/vnd.openxmlformats-officedocument.presentationml.slideLayout+xml"/>
  <Override PartName="/ppt/customXML/item6.xml" ContentType="application/xml"/>
  <Override PartName="/ppt/customXML/itemProps6.xml" ContentType="application/vnd.openxmlformats-officedocument.customXmlProperties+xml"/>
  <Override PartName="/ppt/slideLayouts/slideLayout5.xml" ContentType="application/vnd.openxmlformats-officedocument.presentationml.slideLayout+xml"/>
  <Override PartName="/ppt/customXML/item7.xml" ContentType="application/xml"/>
  <Override PartName="/ppt/customXML/itemProps7.xml" ContentType="application/vnd.openxmlformats-officedocument.customXmlProperties+xml"/>
  <Override PartName="/ppt/slideLayouts/slideLayout6.xml" ContentType="application/vnd.openxmlformats-officedocument.presentationml.slideLayout+xml"/>
  <Override PartName="/ppt/customXML/item8.xml" ContentType="application/xml"/>
  <Override PartName="/ppt/customXML/itemProps8.xml" ContentType="application/vnd.openxmlformats-officedocument.customXmlProperties+xml"/>
  <Override PartName="/ppt/slideLayouts/slideLayout7.xml" ContentType="application/vnd.openxmlformats-officedocument.presentationml.slideLayout+xml"/>
  <Override PartName="/ppt/customXML/item9.xml" ContentType="application/xml"/>
  <Override PartName="/ppt/customXML/itemProps9.xml" ContentType="application/vnd.openxmlformats-officedocument.customXmlProperties+xml"/>
  <Override PartName="/ppt/slideLayouts/slideLayout8.xml" ContentType="application/vnd.openxmlformats-officedocument.presentationml.slideLayout+xml"/>
  <Override PartName="/ppt/customXML/item10.xml" ContentType="application/xml"/>
  <Override PartName="/ppt/customXML/itemProps10.xml" ContentType="application/vnd.openxmlformats-officedocument.customXmlProperties+xml"/>
  <Override PartName="/ppt/slideLayouts/slideLayout9.xml" ContentType="application/vnd.openxmlformats-officedocument.presentationml.slideLayout+xml"/>
  <Override PartName="/ppt/customXML/item11.xml" ContentType="application/xml"/>
  <Override PartName="/ppt/customXML/itemProps11.xml" ContentType="application/vnd.openxmlformats-officedocument.customXmlProperties+xml"/>
  <Override PartName="/ppt/slideLayouts/slideLayout10.xml" ContentType="application/vnd.openxmlformats-officedocument.presentationml.slideLayout+xml"/>
  <Override PartName="/ppt/customXML/item12.xml" ContentType="application/xml"/>
  <Override PartName="/ppt/customXML/itemProps12.xml" ContentType="application/vnd.openxmlformats-officedocument.customXmlProperties+xml"/>
  <Override PartName="/ppt/slideLayouts/slideLayout11.xml" ContentType="application/vnd.openxmlformats-officedocument.presentationml.slideLayout+xml"/>
  <Override PartName="/ppt/customXML/item13.xml" ContentType="application/xml"/>
  <Override PartName="/ppt/customXML/itemProps13.xml" ContentType="application/vnd.openxmlformats-officedocument.customXmlProperties+xml"/>
  <Override PartName="/ppt/slideLayouts/slideLayout12.xml" ContentType="application/vnd.openxmlformats-officedocument.presentationml.slideLayout+xml"/>
  <Override PartName="/ppt/customXML/item14.xml" ContentType="application/xml"/>
  <Override PartName="/ppt/customXML/itemProps14.xml" ContentType="application/vnd.openxmlformats-officedocument.customXmlProperties+xml"/>
  <Override PartName="/ppt/slideLayouts/slideLayout13.xml" ContentType="application/vnd.openxmlformats-officedocument.presentationml.slideLayout+xml"/>
  <Override PartName="/ppt/customXML/item15.xml" ContentType="application/xml"/>
  <Override PartName="/ppt/customXML/itemProps15.xml" ContentType="application/vnd.openxmlformats-officedocument.customXmlProperties+xml"/>
  <Override PartName="/ppt/customXML/item16.xml" ContentType="application/xml"/>
  <Override PartName="/ppt/customXML/itemProps16.xml" ContentType="application/vnd.openxmlformats-officedocument.customXmlProperties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4.xml" ContentType="application/vnd.openxmlformats-officedocument.presentationml.slideLayout+xml"/>
  <Override PartName="/ppt/customXML/item17.xml" ContentType="application/xml"/>
  <Override PartName="/ppt/customXML/itemProps17.xml" ContentType="application/vnd.openxmlformats-officedocument.customXmlProperties+xml"/>
  <Override PartName="/ppt/slideLayouts/slideLayout15.xml" ContentType="application/vnd.openxmlformats-officedocument.presentationml.slideLayout+xml"/>
  <Override PartName="/ppt/customXML/item18.xml" ContentType="application/xml"/>
  <Override PartName="/ppt/customXML/itemProps18.xml" ContentType="application/vnd.openxmlformats-officedocument.customXmlProperties+xml"/>
  <Override PartName="/ppt/slideLayouts/slideLayout16.xml" ContentType="application/vnd.openxmlformats-officedocument.presentationml.slideLayout+xml"/>
  <Override PartName="/ppt/customXML/item19.xml" ContentType="application/xml"/>
  <Override PartName="/ppt/customXML/itemProps19.xml" ContentType="application/vnd.openxmlformats-officedocument.customXmlProperties+xml"/>
  <Override PartName="/ppt/slideLayouts/slideLayout17.xml" ContentType="application/vnd.openxmlformats-officedocument.presentationml.slideLayout+xml"/>
  <Override PartName="/ppt/customXML/item20.xml" ContentType="application/xml"/>
  <Override PartName="/ppt/customXML/itemProps20.xml" ContentType="application/vnd.openxmlformats-officedocument.customXmlProperties+xml"/>
  <Override PartName="/ppt/slideLayouts/slideLayout18.xml" ContentType="application/vnd.openxmlformats-officedocument.presentationml.slideLayout+xml"/>
  <Override PartName="/ppt/customXML/item21.xml" ContentType="application/xml"/>
  <Override PartName="/ppt/customXML/itemProps21.xml" ContentType="application/vnd.openxmlformats-officedocument.customXmlProperties+xml"/>
  <Override PartName="/ppt/slideLayouts/slideLayout19.xml" ContentType="application/vnd.openxmlformats-officedocument.presentationml.slideLayout+xml"/>
  <Override PartName="/ppt/customXML/item22.xml" ContentType="application/xml"/>
  <Override PartName="/ppt/customXML/itemProps22.xml" ContentType="application/vnd.openxmlformats-officedocument.customXmlProperties+xml"/>
  <Override PartName="/ppt/slideLayouts/slideLayout20.xml" ContentType="application/vnd.openxmlformats-officedocument.presentationml.slideLayout+xml"/>
  <Override PartName="/ppt/customXML/item23.xml" ContentType="application/xml"/>
  <Override PartName="/ppt/customXML/itemProps23.xml" ContentType="application/vnd.openxmlformats-officedocument.customXmlProperties+xml"/>
  <Override PartName="/ppt/slideLayouts/slideLayout21.xml" ContentType="application/vnd.openxmlformats-officedocument.presentationml.slideLayout+xml"/>
  <Override PartName="/ppt/customXML/item24.xml" ContentType="application/xml"/>
  <Override PartName="/ppt/customXML/itemProps24.xml" ContentType="application/vnd.openxmlformats-officedocument.customXmlProperties+xml"/>
  <Override PartName="/ppt/slideLayouts/slideLayout22.xml" ContentType="application/vnd.openxmlformats-officedocument.presentationml.slideLayout+xml"/>
  <Override PartName="/ppt/customXML/item25.xml" ContentType="application/xml"/>
  <Override PartName="/ppt/customXML/itemProps25.xml" ContentType="application/vnd.openxmlformats-officedocument.customXmlProperties+xml"/>
  <Override PartName="/ppt/slideLayouts/slideLayout23.xml" ContentType="application/vnd.openxmlformats-officedocument.presentationml.slideLayout+xml"/>
  <Override PartName="/ppt/customXML/item26.xml" ContentType="application/xml"/>
  <Override PartName="/ppt/customXML/itemProps26.xml" ContentType="application/vnd.openxmlformats-officedocument.customXmlProperties+xml"/>
  <Override PartName="/ppt/slideLayouts/slideLayout24.xml" ContentType="application/vnd.openxmlformats-officedocument.presentationml.slideLayout+xml"/>
  <Override PartName="/ppt/customXML/item27.xml" ContentType="application/xml"/>
  <Override PartName="/ppt/customXML/itemProps27.xml" ContentType="application/vnd.openxmlformats-officedocument.customXmlProperties+xml"/>
  <Override PartName="/ppt/customXML/item28.xml" ContentType="application/xml"/>
  <Override PartName="/ppt/customXML/itemProps28.xml" ContentType="application/vnd.openxmlformats-officedocument.customXml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ustomXML/item29.xml" ContentType="application/xml"/>
  <Override PartName="/ppt/customXML/itemProps29.xml" ContentType="application/vnd.openxmlformats-officedocument.customXmlProperties+xml"/>
  <Override PartName="/ppt/customXML/item30.xml" ContentType="application/xml"/>
  <Override PartName="/ppt/customXML/itemProps30.xml" ContentType="application/vnd.openxmlformats-officedocument.customXml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ustomXML/item31.xml" ContentType="application/xml"/>
  <Override PartName="/ppt/customXML/itemProps31.xml" ContentType="application/vnd.openxmlformats-officedocument.customXmlProperties+xml"/>
  <Override PartName="/ppt/customXML/item32.xml" ContentType="application/xml"/>
  <Override PartName="/ppt/customXML/itemProps32.xml" ContentType="application/vnd.openxmlformats-officedocument.customXmlProperties+xml"/>
  <Override PartName="/ppt/customXML/item33.xml" ContentType="application/xml"/>
  <Override PartName="/ppt/customXML/itemProps33.xml" ContentType="application/vnd.openxmlformats-officedocument.customXml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ustomXML/item34.xml" ContentType="application/xml"/>
  <Override PartName="/ppt/customXML/itemProps34.xml" ContentType="application/vnd.openxmlformats-officedocument.customXmlProperties+xml"/>
  <Override PartName="/ppt/customXML/item35.xml" ContentType="application/xml"/>
  <Override PartName="/ppt/customXML/itemProps35.xml" ContentType="application/vnd.openxmlformats-officedocument.customXmlProperties+xml"/>
  <Override PartName="/ppt/customXML/item36.xml" ContentType="application/xml"/>
  <Override PartName="/ppt/customXML/itemProps36.xml" ContentType="application/vnd.openxmlformats-officedocument.customXmlProperti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ustomXML/item37.xml" ContentType="application/xml"/>
  <Override PartName="/ppt/customXML/itemProps37.xml" ContentType="application/vnd.openxmlformats-officedocument.customXmlProperties+xml"/>
  <Override PartName="/ppt/customXML/item38.xml" ContentType="application/xml"/>
  <Override PartName="/ppt/customXML/itemProps38.xml" ContentType="application/vnd.openxmlformats-officedocument.customXmlProperties+xml"/>
  <Override PartName="/ppt/customXML/item39.xml" ContentType="application/xml"/>
  <Override PartName="/ppt/customXML/itemProps39.xml" ContentType="application/vnd.openxmlformats-officedocument.customXmlProperti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customXML/item40.xml" ContentType="application/xml"/>
  <Override PartName="/ppt/customXML/itemProps40.xml" ContentType="application/vnd.openxmlformats-officedocument.customXmlProperties+xml"/>
  <Override PartName="/ppt/customXML/item41.xml" ContentType="application/xml"/>
  <Override PartName="/ppt/customXML/itemProps41.xml" ContentType="application/vnd.openxmlformats-officedocument.customXmlProperties+xml"/>
  <Override PartName="/ppt/customXML/item42.xml" ContentType="application/xml"/>
  <Override PartName="/ppt/customXML/itemProps42.xml" ContentType="application/vnd.openxmlformats-officedocument.customXmlProperti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ustomXML/item43.xml" ContentType="application/xml"/>
  <Override PartName="/ppt/customXML/itemProps43.xml" ContentType="application/vnd.openxmlformats-officedocument.customXmlProperties+xml"/>
  <Override PartName="/ppt/customXML/item44.xml" ContentType="application/xml"/>
  <Override PartName="/ppt/customXML/itemProps44.xml" ContentType="application/vnd.openxmlformats-officedocument.customXmlProperties+xml"/>
  <Override PartName="/ppt/customXML/item45.xml" ContentType="application/xml"/>
  <Override PartName="/ppt/customXML/itemProps45.xml" ContentType="application/vnd.openxmlformats-officedocument.customXmlProperties+xml"/>
  <Override PartName="/ppt/slides/slide7.xml" ContentType="application/vnd.openxmlformats-officedocument.presentationml.slide+xml"/>
  <Override PartName="/ppt/customXML/item46.xml" ContentType="application/xml"/>
  <Override PartName="/ppt/customXML/itemProps46.xml" ContentType="application/vnd.openxmlformats-officedocument.customXmlProperties+xml"/>
  <Override PartName="/ppt/notesSlides/notesSlide7.xml" ContentType="application/vnd.openxmlformats-officedocument.presentationml.notesSlide+xml"/>
  <Override PartName="/ppt/customXML/item47.xml" ContentType="application/xml"/>
  <Override PartName="/ppt/customXML/itemProps47.xml" ContentType="application/vnd.openxmlformats-officedocument.customXmlProperties+xml"/>
  <Override PartName="/ppt/customXML/item48.xml" ContentType="application/xml"/>
  <Override PartName="/ppt/customXML/itemProps48.xml" ContentType="application/vnd.openxmlformats-officedocument.customXmlProperties+xml"/>
  <Override PartName="/customXML/item49.xml" ContentType="application/xml"/>
  <Override PartName="/customXML/itemProps49.xml" ContentType="application/vnd.openxmlformats-officedocument.customXmlProperties+xml"/>
  <Override PartName="/customXML/item50.xml" ContentType="application/xml"/>
  <Override PartName="/customXML/itemProps50.xml" ContentType="application/vnd.openxmlformats-officedocument.customXmlProperties+xml"/>
  <Override PartName="/customXML/item51.xml" ContentType="application/xml"/>
  <Override PartName="/customXML/itemProps51.xml" ContentType="application/vnd.openxmlformats-officedocument.customXmlProperties+xml"/>
  <Override PartName="/customXML/item52.xml" ContentType="application/xml"/>
  <Override PartName="/customXML/itemProps52.xml" ContentType="application/vnd.openxmlformats-officedocument.customXmlProperties+xml"/>
  <Override PartName="/customXML/item53.xml" ContentType="application/xml"/>
  <Override PartName="/customXML/itemProps53.xml" ContentType="application/vnd.openxmlformats-officedocument.customXmlProperties+xml"/>
  <Override PartName="/customXML/item54.xml" ContentType="application/xml"/>
  <Override PartName="/customXML/itemProps54.xml" ContentType="application/vnd.openxmlformats-officedocument.customXmlProperties+xml"/>
  <Override PartName="/customXML/item55.xml" ContentType="application/xml"/>
  <Override PartName="/customXML/itemProps55.xml" ContentType="application/vnd.openxmlformats-officedocument.customXmlProperties+xml"/>
  <Override PartName="/customXML/item56.xml" ContentType="application/xml"/>
  <Override PartName="/customXML/itemProps56.xml" ContentType="application/vnd.openxmlformats-officedocument.customXmlProperties+xml"/>
  <Override PartName="/customXML/item57.xml" ContentType="application/xml"/>
  <Override PartName="/customXML/itemProps57.xml" ContentType="application/vnd.openxmlformats-officedocument.customXmlProperties+xml"/>
  <Override PartName="/customXML/item58.xml" ContentType="application/xml"/>
  <Override PartName="/customXML/itemProps58.xml" ContentType="application/vnd.openxmlformats-officedocument.customXmlProperties+xml"/>
  <Override PartName="/customXML/item59.xml" ContentType="application/xml"/>
  <Override PartName="/customXML/itemProps59.xml" ContentType="application/vnd.openxmlformats-officedocument.customXmlProperties+xml"/>
  <Override PartName="/customXML/item60.xml" ContentType="application/xml"/>
  <Override PartName="/customXML/itemProps60.xml" ContentType="application/vnd.openxmlformats-officedocument.customXmlProperties+xml"/>
  <Override PartName="/customXML/item61.xml" ContentType="application/xml"/>
  <Override PartName="/customXML/itemProps61.xml" ContentType="application/vnd.openxmlformats-officedocument.customXmlProperties+xml"/>
  <Override PartName="/customXML/item62.xml" ContentType="application/xml"/>
  <Override PartName="/customXML/itemProps62.xml" ContentType="application/vnd.openxmlformats-officedocument.customXmlProperties+xml"/>
  <Override PartName="/customXML/item63.xml" ContentType="application/xml"/>
  <Override PartName="/customXML/itemProps63.xml" ContentType="application/vnd.openxmlformats-officedocument.customXmlProperties+xml"/>
  <Override PartName="/customXML/item64.xml" ContentType="application/xml"/>
  <Override PartName="/customXML/itemProps64.xml" ContentType="application/vnd.openxmlformats-officedocument.customXmlProperties+xml"/>
  <Override PartName="/customXML/item65.xml" ContentType="application/xml"/>
  <Override PartName="/customXML/itemProps65.xml" ContentType="application/vnd.openxmlformats-officedocument.customXmlProperties+xml"/>
  <Override PartName="/customXML/item66.xml" ContentType="application/xml"/>
  <Override PartName="/customXML/itemProps66.xml" ContentType="application/vnd.openxmlformats-officedocument.customXml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117462642e30483d" /><Relationship Type="http://schemas.openxmlformats.org/package/2006/relationships/metadata/core-properties" Target="/docProps/core.xml" Id="R05e14f00080f4b94" /><Relationship Type="http://schemas.openxmlformats.org/package/2006/relationships/metadata/thumbnail" Target="/docProps/thumbnail.bin" Id="rId2" /><Relationship Type="http://schemas.openxmlformats.org/officeDocument/2006/relationships/officeDocument" Target="/ppt/presentation.xml" Id="R748fe8042864455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c57427ff81e64b38"/>
    <p:sldMasterId id="2147483662" r:id="Rb702c909f41644a1"/>
    <p:sldMasterId id="2147483674" r:id="R2a97e0fceeff4a01"/>
  </p:sldMasterIdLst>
  <p:notesMasterIdLst>
    <p:notesMasterId r:id="R10daf1f747d149af"/>
  </p:notesMasterIdLst>
  <p:sldIdLst>
    <p:sldId id="256" r:id="R4c038ceadd904c37"/>
    <p:sldId id="257" r:id="R6dffc307e32d494e"/>
    <p:sldId id="258" r:id="R8937344003c74b63"/>
    <p:sldId id="259" r:id="R43d4488171a34296"/>
    <p:sldId id="260" r:id="Rf98e4d9177494a98"/>
    <p:sldId id="261" r:id="R1026f58ad76641b2"/>
    <p:sldId id="262" r:id="R7769e466743c4854"/>
  </p:sldIdLst>
  <p:sldSz cx="12192000" cy="6858000"/>
  <p:notesSz cx="6858000" cy="9144000"/>
  <p:custDataLst>
    <p:custData r:id="R9026f2917ce147e7"/>
    <p:custData r:id="Ra9ef7bba5f9b47ac"/>
    <p:custData r:id="Reca47d6230de464f"/>
    <p:custData r:id="R5d9f304e85f045ed"/>
    <p:custData r:id="R257c3a4403fa4411"/>
    <p:custData r:id="R051469e33b2e4252"/>
    <p:custData r:id="R6d5a567f677e49a7"/>
    <p:custData r:id="Rd4d1a738d67146a3"/>
    <p:custData r:id="R85ceea607f1d4445"/>
    <p:custData r:id="R8b91c8e9f7114799"/>
    <p:custData r:id="R27376753b23f41be"/>
    <p:custData r:id="R103cbe1cb4074eb9"/>
    <p:custData r:id="R407bd85bf49d4814"/>
    <p:custData r:id="Rf055384c043746e6"/>
    <p:custData r:id="R4d92f88499534353"/>
    <p:custData r:id="R925e5d5467654fc0"/>
    <p:custData r:id="Raf150acf4cdc43db"/>
    <p:custData r:id="R9be3159847004854"/>
    <p:custData r:id="R77b3d6a4dc1a4ba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a22e98cfa2a4646" /><Relationship Type="http://schemas.openxmlformats.org/officeDocument/2006/relationships/tableStyles" Target="/ppt/tableStyles.xml" Id="R08502afa2e5846fe" /><Relationship Type="http://schemas.openxmlformats.org/officeDocument/2006/relationships/viewProps" Target="/ppt/viewProps.xml" Id="R13a19909bc2d49bb" /><Relationship Type="http://schemas.openxmlformats.org/officeDocument/2006/relationships/notesMaster" Target="/ppt/notesMasters/notesMaster1.xml" Id="R10daf1f747d149af" /><Relationship Type="http://schemas.openxmlformats.org/officeDocument/2006/relationships/slideMaster" Target="/ppt/slideMasters/slideMaster1.xml" Id="Rc57427ff81e64b38" /><Relationship Type="http://schemas.openxmlformats.org/officeDocument/2006/relationships/theme" Target="/ppt/slideMasters/theme/theme2.xml" Id="Ra965bcc6346f4cda" /><Relationship Type="http://schemas.openxmlformats.org/officeDocument/2006/relationships/customXml" Target="/ppt/customXML/item2.xml" Id="R58465e528e4a4100" /><Relationship Type="http://schemas.openxmlformats.org/officeDocument/2006/relationships/customXml" Target="/ppt/customXML/item3.xml" Id="Ra73d92af27c94448" /><Relationship Type="http://schemas.openxmlformats.org/officeDocument/2006/relationships/customXml" Target="/ppt/customXML/item4.xml" Id="Rba7288f99eda44a1" /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5.xml" Id="R2ed4912325414ada" /><Relationship Type="http://schemas.openxmlformats.org/officeDocument/2006/relationships/customXml" Target="/ppt/customXML/item6.xml" Id="R3d616d60ab684ee0" /><Relationship Type="http://schemas.openxmlformats.org/officeDocument/2006/relationships/customXml" Target="/ppt/customXML/item7.xml" Id="R2e68930ca72f47c8" /><Relationship Type="http://schemas.openxmlformats.org/officeDocument/2006/relationships/customXml" Target="/ppt/customXML/item8.xml" Id="Re1e73cee57514070" /><Relationship Type="http://schemas.openxmlformats.org/officeDocument/2006/relationships/customXml" Target="/ppt/customXML/item9.xml" Id="Re28f97f0927042d1" /><Relationship Type="http://schemas.openxmlformats.org/officeDocument/2006/relationships/customXml" Target="/ppt/customXML/item10.xml" Id="R96632ae8e5ff4158" /><Relationship Type="http://schemas.openxmlformats.org/officeDocument/2006/relationships/customXml" Target="/ppt/customXML/item11.xml" Id="R3ae8146d77a7461b" /><Relationship Type="http://schemas.openxmlformats.org/officeDocument/2006/relationships/customXml" Target="/ppt/customXML/item12.xml" Id="R42654b6a1c104773" /><Relationship Type="http://schemas.openxmlformats.org/officeDocument/2006/relationships/customXml" Target="/ppt/customXML/item13.xml" Id="Ra5933a0f71c740d6" /><Relationship Type="http://schemas.openxmlformats.org/officeDocument/2006/relationships/customXml" Target="/ppt/customXML/item14.xml" Id="R253243d8f2a44477" /><Relationship Type="http://schemas.openxmlformats.org/officeDocument/2006/relationships/customXml" Target="/ppt/customXML/item15.xml" Id="Rd3529058a9964100" /><Relationship Type="http://schemas.openxmlformats.org/officeDocument/2006/relationships/customXml" Target="/ppt/customXML/item16.xml" Id="Ref00ee9a8b024899" /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17.xml" Id="Rd4e7c7f12ddc4a23" /><Relationship Type="http://schemas.openxmlformats.org/officeDocument/2006/relationships/customXml" Target="/ppt/customXML/item18.xml" Id="R58599a648d664d45" /><Relationship Type="http://schemas.openxmlformats.org/officeDocument/2006/relationships/customXml" Target="/ppt/customXML/item19.xml" Id="R9465b01d99a24e62" /><Relationship Type="http://schemas.openxmlformats.org/officeDocument/2006/relationships/customXml" Target="/ppt/customXML/item20.xml" Id="R76b8b373fc6641db" /><Relationship Type="http://schemas.openxmlformats.org/officeDocument/2006/relationships/customXml" Target="/ppt/customXML/item21.xml" Id="R2792404442a748b1" /><Relationship Type="http://schemas.openxmlformats.org/officeDocument/2006/relationships/customXml" Target="/ppt/customXML/item22.xml" Id="R1675bc1fb50c4d7a" /><Relationship Type="http://schemas.openxmlformats.org/officeDocument/2006/relationships/customXml" Target="/ppt/customXML/item23.xml" Id="Ra6bb87e7f0d14d0e" /><Relationship Type="http://schemas.openxmlformats.org/officeDocument/2006/relationships/customXml" Target="/ppt/customXML/item24.xml" Id="R38c9329117614896" /><Relationship Type="http://schemas.openxmlformats.org/officeDocument/2006/relationships/customXml" Target="/ppt/customXML/item25.xml" Id="R6304d4f93aa44804" /><Relationship Type="http://schemas.openxmlformats.org/officeDocument/2006/relationships/customXml" Target="/ppt/customXML/item26.xml" Id="R325c4eed75c649af" /><Relationship Type="http://schemas.openxmlformats.org/officeDocument/2006/relationships/customXml" Target="/ppt/customXML/item27.xml" Id="R8e041b4711414ea7" /><Relationship Type="http://schemas.openxmlformats.org/officeDocument/2006/relationships/customXml" Target="/ppt/customXML/item28.xml" Id="R1f81f68fd802418f" /><Relationship Type="http://schemas.openxmlformats.org/officeDocument/2006/relationships/slide" Target="/ppt/slides/slide1.xml" Id="R4c038ceadd904c37" /><Relationship Type="http://schemas.openxmlformats.org/officeDocument/2006/relationships/customXml" Target="/ppt/customXML/item29.xml" Id="Rf11d7120274d4d52" /><Relationship Type="http://schemas.openxmlformats.org/officeDocument/2006/relationships/customXml" Target="/ppt/customXML/item30.xml" Id="R338833084ef14468" /><Relationship Type="http://schemas.openxmlformats.org/officeDocument/2006/relationships/slide" Target="/ppt/slides/slide2.xml" Id="R6dffc307e32d494e" /><Relationship Type="http://schemas.openxmlformats.org/officeDocument/2006/relationships/customXml" Target="/ppt/customXML/item31.xml" Id="Ra0df9b8c741a4bae" /><Relationship Type="http://schemas.openxmlformats.org/officeDocument/2006/relationships/customXml" Target="/ppt/customXML/item32.xml" Id="Reae0ce8e8c314231" /><Relationship Type="http://schemas.openxmlformats.org/officeDocument/2006/relationships/customXml" Target="/ppt/customXML/item33.xml" Id="Raa065abfaee3406f" /><Relationship Type="http://schemas.openxmlformats.org/officeDocument/2006/relationships/slide" Target="/ppt/slides/slide3.xml" Id="R8937344003c74b63" /><Relationship Type="http://schemas.openxmlformats.org/officeDocument/2006/relationships/customXml" Target="/ppt/customXML/item34.xml" Id="R64ab02194c4347fd" /><Relationship Type="http://schemas.openxmlformats.org/officeDocument/2006/relationships/customXml" Target="/ppt/customXML/item35.xml" Id="R47c477bb358a4560" /><Relationship Type="http://schemas.openxmlformats.org/officeDocument/2006/relationships/customXml" Target="/ppt/customXML/item36.xml" Id="R6814f7c7e8f04984" /><Relationship Type="http://schemas.openxmlformats.org/officeDocument/2006/relationships/slide" Target="/ppt/slides/slide4.xml" Id="R43d4488171a34296" /><Relationship Type="http://schemas.openxmlformats.org/officeDocument/2006/relationships/customXml" Target="/ppt/customXML/item37.xml" Id="R94534926f0654ef5" /><Relationship Type="http://schemas.openxmlformats.org/officeDocument/2006/relationships/customXml" Target="/ppt/customXML/item38.xml" Id="Rced3000e98e249c3" /><Relationship Type="http://schemas.openxmlformats.org/officeDocument/2006/relationships/customXml" Target="/ppt/customXML/item39.xml" Id="R7d92bbf971ea40a5" /><Relationship Type="http://schemas.openxmlformats.org/officeDocument/2006/relationships/slide" Target="/ppt/slides/slide5.xml" Id="Rf98e4d9177494a98" /><Relationship Type="http://schemas.openxmlformats.org/officeDocument/2006/relationships/customXml" Target="/ppt/customXML/item40.xml" Id="R4ef63aa16336464a" /><Relationship Type="http://schemas.openxmlformats.org/officeDocument/2006/relationships/customXml" Target="/ppt/customXML/item41.xml" Id="R723c720679db4879" /><Relationship Type="http://schemas.openxmlformats.org/officeDocument/2006/relationships/customXml" Target="/ppt/customXML/item42.xml" Id="R2f2d1f5dd6ae466c" /><Relationship Type="http://schemas.openxmlformats.org/officeDocument/2006/relationships/slide" Target="/ppt/slides/slide6.xml" Id="R1026f58ad76641b2" /><Relationship Type="http://schemas.openxmlformats.org/officeDocument/2006/relationships/customXml" Target="/ppt/customXML/item43.xml" Id="R0b5f94d0ca864ff0" /><Relationship Type="http://schemas.openxmlformats.org/officeDocument/2006/relationships/customXml" Target="/ppt/customXML/item44.xml" Id="R3b7e858e73f546ca" /><Relationship Type="http://schemas.openxmlformats.org/officeDocument/2006/relationships/customXml" Target="/ppt/customXML/item45.xml" Id="R282f5dffe3f84bcb" /><Relationship Type="http://schemas.openxmlformats.org/officeDocument/2006/relationships/slide" Target="/ppt/slides/slide7.xml" Id="R7769e466743c4854" /><Relationship Type="http://schemas.openxmlformats.org/officeDocument/2006/relationships/customXml" Target="/ppt/customXML/item46.xml" Id="Rb025f62c86494ed3" /><Relationship Type="http://schemas.openxmlformats.org/officeDocument/2006/relationships/customXml" Target="/ppt/customXML/item47.xml" Id="R282ded25ab654e56" /><Relationship Type="http://schemas.openxmlformats.org/officeDocument/2006/relationships/customXml" Target="/ppt/customXML/item48.xml" Id="R00d2ea8485bb47db" /><Relationship Type="http://schemas.openxmlformats.org/officeDocument/2006/relationships/customXml" Target="/customXML/item49.xml" Id="R77b3d6a4dc1a4ba9" /><Relationship Type="http://schemas.openxmlformats.org/officeDocument/2006/relationships/customXml" Target="/customXML/item50.xml" Id="R9be3159847004854" /><Relationship Type="http://schemas.openxmlformats.org/officeDocument/2006/relationships/customXml" Target="/customXML/item51.xml" Id="Raf150acf4cdc43db" /><Relationship Type="http://schemas.openxmlformats.org/officeDocument/2006/relationships/customXml" Target="/customXML/item52.xml" Id="R925e5d5467654fc0" /><Relationship Type="http://schemas.openxmlformats.org/officeDocument/2006/relationships/customXml" Target="/customXML/item53.xml" Id="R4d92f88499534353" /><Relationship Type="http://schemas.openxmlformats.org/officeDocument/2006/relationships/customXml" Target="/customXML/item54.xml" Id="Rf055384c043746e6" /><Relationship Type="http://schemas.openxmlformats.org/officeDocument/2006/relationships/customXml" Target="/customXML/item55.xml" Id="R407bd85bf49d4814" /><Relationship Type="http://schemas.openxmlformats.org/officeDocument/2006/relationships/customXml" Target="/customXML/item56.xml" Id="R103cbe1cb4074eb9" /><Relationship Type="http://schemas.openxmlformats.org/officeDocument/2006/relationships/customXml" Target="/customXML/item57.xml" Id="R27376753b23f41be" /><Relationship Type="http://schemas.openxmlformats.org/officeDocument/2006/relationships/customXml" Target="/customXML/item58.xml" Id="R8b91c8e9f7114799" /><Relationship Type="http://schemas.openxmlformats.org/officeDocument/2006/relationships/customXml" Target="/customXML/item59.xml" Id="R85ceea607f1d4445" /><Relationship Type="http://schemas.openxmlformats.org/officeDocument/2006/relationships/customXml" Target="/customXML/item60.xml" Id="Rd4d1a738d67146a3" /><Relationship Type="http://schemas.openxmlformats.org/officeDocument/2006/relationships/customXml" Target="/customXML/item61.xml" Id="R6d5a567f677e49a7" /><Relationship Type="http://schemas.openxmlformats.org/officeDocument/2006/relationships/customXml" Target="/customXML/item62.xml" Id="R051469e33b2e4252" /><Relationship Type="http://schemas.openxmlformats.org/officeDocument/2006/relationships/customXml" Target="/customXML/item63.xml" Id="R257c3a4403fa4411" /><Relationship Type="http://schemas.openxmlformats.org/officeDocument/2006/relationships/customXml" Target="/customXML/item64.xml" Id="R5d9f304e85f045ed" /><Relationship Type="http://schemas.openxmlformats.org/officeDocument/2006/relationships/customXml" Target="/customXML/item65.xml" Id="Reca47d6230de464f" /><Relationship Type="http://schemas.openxmlformats.org/officeDocument/2006/relationships/customXml" Target="/customXML/item66.xml" Id="Ra9ef7bba5f9b47ac" /><Relationship Type="http://schemas.openxmlformats.org/officeDocument/2006/relationships/customXml" Target="/customXML/item67.xml" Id="R9026f2917ce147e7" /></Relationships>
</file>

<file path=ppt/customXML/_rels/item2.xml.rels>&#65279;<?xml version="1.0" encoding="utf-8"?><Relationships xmlns="http://schemas.openxmlformats.org/package/2006/relationships"><Relationship Type="http://schemas.openxmlformats.org/officeDocument/2006/relationships/customXmlProps" Target="/ppt/customXML/itemProps2.xml" Id="Rf018efbed7cb4f60" /></Relationships>
</file>

<file path=ppt/customXML/_rels/item3.xml.rels>&#65279;<?xml version="1.0" encoding="utf-8"?><Relationships xmlns="http://schemas.openxmlformats.org/package/2006/relationships"><Relationship Type="http://schemas.openxmlformats.org/officeDocument/2006/relationships/customXmlProps" Target="/ppt/customXML/itemProps3.xml" Id="R195e6a3a316d4b57" /></Relationships>
</file>

<file path=ppt/customXML/_rels/item4.xml.rels>&#65279;<?xml version="1.0" encoding="utf-8"?><Relationships xmlns="http://schemas.openxmlformats.org/package/2006/relationships"><Relationship Type="http://schemas.openxmlformats.org/officeDocument/2006/relationships/customXmlProps" Target="/ppt/customXML/itemProps4.xml" Id="R275207c6714e4458" /></Relationships>
</file>

<file path=ppt/customXML/_rels/item5.xml.rels>&#65279;<?xml version="1.0" encoding="utf-8"?><Relationships xmlns="http://schemas.openxmlformats.org/package/2006/relationships"><Relationship Type="http://schemas.openxmlformats.org/officeDocument/2006/relationships/customXmlProps" Target="/ppt/customXML/itemProps5.xml" Id="R440e1f91a1484b47" /></Relationships>
</file>

<file path=ppt/customXML/_rels/item6.xml.rels>&#65279;<?xml version="1.0" encoding="utf-8"?><Relationships xmlns="http://schemas.openxmlformats.org/package/2006/relationships"><Relationship Type="http://schemas.openxmlformats.org/officeDocument/2006/relationships/customXmlProps" Target="/ppt/customXML/itemProps6.xml" Id="Rceb35c85956d41cb" /></Relationships>
</file>

<file path=ppt/customXML/_rels/item7.xml.rels>&#65279;<?xml version="1.0" encoding="utf-8"?><Relationships xmlns="http://schemas.openxmlformats.org/package/2006/relationships"><Relationship Type="http://schemas.openxmlformats.org/officeDocument/2006/relationships/customXmlProps" Target="/ppt/customXML/itemProps7.xml" Id="Rdddbf81ea8d047b2" /></Relationships>
</file>

<file path=ppt/customXML/_rels/item8.xml.rels>&#65279;<?xml version="1.0" encoding="utf-8"?><Relationships xmlns="http://schemas.openxmlformats.org/package/2006/relationships"><Relationship Type="http://schemas.openxmlformats.org/officeDocument/2006/relationships/customXmlProps" Target="/ppt/customXML/itemProps8.xml" Id="Ra59c2601b0ee484a" /></Relationships>
</file>

<file path=ppt/customXML/_rels/item9.xml.rels>&#65279;<?xml version="1.0" encoding="utf-8"?><Relationships xmlns="http://schemas.openxmlformats.org/package/2006/relationships"><Relationship Type="http://schemas.openxmlformats.org/officeDocument/2006/relationships/customXmlProps" Target="/ppt/customXML/itemProps9.xml" Id="Rf674c721050541c5" /></Relationships>
</file>

<file path=ppt/customXML/_rels/item10.xml.rels>&#65279;<?xml version="1.0" encoding="utf-8"?><Relationships xmlns="http://schemas.openxmlformats.org/package/2006/relationships"><Relationship Type="http://schemas.openxmlformats.org/officeDocument/2006/relationships/customXmlProps" Target="/ppt/customXML/itemProps10.xml" Id="R5bee1c093bf24676" /></Relationships>
</file>

<file path=ppt/customXML/_rels/item11.xml.rels>&#65279;<?xml version="1.0" encoding="utf-8"?><Relationships xmlns="http://schemas.openxmlformats.org/package/2006/relationships"><Relationship Type="http://schemas.openxmlformats.org/officeDocument/2006/relationships/customXmlProps" Target="/ppt/customXML/itemProps11.xml" Id="R0a94bcf392d2405a" /></Relationships>
</file>

<file path=ppt/customXML/_rels/item12.xml.rels>&#65279;<?xml version="1.0" encoding="utf-8"?><Relationships xmlns="http://schemas.openxmlformats.org/package/2006/relationships"><Relationship Type="http://schemas.openxmlformats.org/officeDocument/2006/relationships/customXmlProps" Target="/ppt/customXML/itemProps12.xml" Id="Ra235617234064c36" /></Relationships>
</file>

<file path=ppt/customXML/_rels/item13.xml.rels>&#65279;<?xml version="1.0" encoding="utf-8"?><Relationships xmlns="http://schemas.openxmlformats.org/package/2006/relationships"><Relationship Type="http://schemas.openxmlformats.org/officeDocument/2006/relationships/customXmlProps" Target="/ppt/customXML/itemProps13.xml" Id="R0f8fe38353854187" /></Relationships>
</file>

<file path=ppt/customXML/_rels/item14.xml.rels>&#65279;<?xml version="1.0" encoding="utf-8"?><Relationships xmlns="http://schemas.openxmlformats.org/package/2006/relationships"><Relationship Type="http://schemas.openxmlformats.org/officeDocument/2006/relationships/customXmlProps" Target="/ppt/customXML/itemProps14.xml" Id="R6c001654bbfb4f3d" /></Relationships>
</file>

<file path=ppt/customXML/_rels/item15.xml.rels>&#65279;<?xml version="1.0" encoding="utf-8"?><Relationships xmlns="http://schemas.openxmlformats.org/package/2006/relationships"><Relationship Type="http://schemas.openxmlformats.org/officeDocument/2006/relationships/customXmlProps" Target="/ppt/customXML/itemProps15.xml" Id="R5a0c1a0d978e469d" /></Relationships>
</file>

<file path=ppt/customXML/_rels/item16.xml.rels>&#65279;<?xml version="1.0" encoding="utf-8"?><Relationships xmlns="http://schemas.openxmlformats.org/package/2006/relationships"><Relationship Type="http://schemas.openxmlformats.org/officeDocument/2006/relationships/customXmlProps" Target="/ppt/customXML/itemProps16.xml" Id="R887bea95e8714c4f" /></Relationships>
</file>

<file path=ppt/customXML/_rels/item17.xml.rels>&#65279;<?xml version="1.0" encoding="utf-8"?><Relationships xmlns="http://schemas.openxmlformats.org/package/2006/relationships"><Relationship Type="http://schemas.openxmlformats.org/officeDocument/2006/relationships/customXmlProps" Target="/ppt/customXML/itemProps17.xml" Id="Rd365c09a92714b94" /></Relationships>
</file>

<file path=ppt/customXML/_rels/item18.xml.rels>&#65279;<?xml version="1.0" encoding="utf-8"?><Relationships xmlns="http://schemas.openxmlformats.org/package/2006/relationships"><Relationship Type="http://schemas.openxmlformats.org/officeDocument/2006/relationships/customXmlProps" Target="/ppt/customXML/itemProps18.xml" Id="Rd8ec1fb894d24715" /></Relationships>
</file>

<file path=ppt/customXML/_rels/item19.xml.rels>&#65279;<?xml version="1.0" encoding="utf-8"?><Relationships xmlns="http://schemas.openxmlformats.org/package/2006/relationships"><Relationship Type="http://schemas.openxmlformats.org/officeDocument/2006/relationships/customXmlProps" Target="/ppt/customXML/itemProps19.xml" Id="R1a6db91fe5d54a33" /></Relationships>
</file>

<file path=ppt/customXML/_rels/item20.xml.rels>&#65279;<?xml version="1.0" encoding="utf-8"?><Relationships xmlns="http://schemas.openxmlformats.org/package/2006/relationships"><Relationship Type="http://schemas.openxmlformats.org/officeDocument/2006/relationships/customXmlProps" Target="/ppt/customXML/itemProps20.xml" Id="Rd225d49697334945" /></Relationships>
</file>

<file path=ppt/customXML/_rels/item21.xml.rels>&#65279;<?xml version="1.0" encoding="utf-8"?><Relationships xmlns="http://schemas.openxmlformats.org/package/2006/relationships"><Relationship Type="http://schemas.openxmlformats.org/officeDocument/2006/relationships/customXmlProps" Target="/ppt/customXML/itemProps21.xml" Id="R79bb391b08a4401d" /></Relationships>
</file>

<file path=ppt/customXML/_rels/item22.xml.rels>&#65279;<?xml version="1.0" encoding="utf-8"?><Relationships xmlns="http://schemas.openxmlformats.org/package/2006/relationships"><Relationship Type="http://schemas.openxmlformats.org/officeDocument/2006/relationships/customXmlProps" Target="/ppt/customXML/itemProps22.xml" Id="Rebee202cf7894bb5" /></Relationships>
</file>

<file path=ppt/customXML/_rels/item23.xml.rels>&#65279;<?xml version="1.0" encoding="utf-8"?><Relationships xmlns="http://schemas.openxmlformats.org/package/2006/relationships"><Relationship Type="http://schemas.openxmlformats.org/officeDocument/2006/relationships/customXmlProps" Target="/ppt/customXML/itemProps23.xml" Id="R01402e3b02d54440" /></Relationships>
</file>

<file path=ppt/customXML/_rels/item24.xml.rels>&#65279;<?xml version="1.0" encoding="utf-8"?><Relationships xmlns="http://schemas.openxmlformats.org/package/2006/relationships"><Relationship Type="http://schemas.openxmlformats.org/officeDocument/2006/relationships/customXmlProps" Target="/ppt/customXML/itemProps24.xml" Id="Rc38517849a1a449e" /></Relationships>
</file>

<file path=ppt/customXML/_rels/item25.xml.rels>&#65279;<?xml version="1.0" encoding="utf-8"?><Relationships xmlns="http://schemas.openxmlformats.org/package/2006/relationships"><Relationship Type="http://schemas.openxmlformats.org/officeDocument/2006/relationships/customXmlProps" Target="/ppt/customXML/itemProps25.xml" Id="R4f575b743c184f98" /></Relationships>
</file>

<file path=ppt/customXML/_rels/item26.xml.rels>&#65279;<?xml version="1.0" encoding="utf-8"?><Relationships xmlns="http://schemas.openxmlformats.org/package/2006/relationships"><Relationship Type="http://schemas.openxmlformats.org/officeDocument/2006/relationships/customXmlProps" Target="/ppt/customXML/itemProps26.xml" Id="R2d03ab5b25b1436b" /></Relationships>
</file>

<file path=ppt/customXML/_rels/item27.xml.rels>&#65279;<?xml version="1.0" encoding="utf-8"?><Relationships xmlns="http://schemas.openxmlformats.org/package/2006/relationships"><Relationship Type="http://schemas.openxmlformats.org/officeDocument/2006/relationships/customXmlProps" Target="/ppt/customXML/itemProps27.xml" Id="R587eeef7d5384523" /></Relationships>
</file>

<file path=ppt/customXML/_rels/item28.xml.rels>&#65279;<?xml version="1.0" encoding="utf-8"?><Relationships xmlns="http://schemas.openxmlformats.org/package/2006/relationships"><Relationship Type="http://schemas.openxmlformats.org/officeDocument/2006/relationships/customXmlProps" Target="/ppt/customXML/itemProps28.xml" Id="R7d82661eb5d740e2" /></Relationships>
</file>

<file path=ppt/customXML/_rels/item29.xml.rels>&#65279;<?xml version="1.0" encoding="utf-8"?><Relationships xmlns="http://schemas.openxmlformats.org/package/2006/relationships"><Relationship Type="http://schemas.openxmlformats.org/officeDocument/2006/relationships/customXmlProps" Target="/ppt/customXML/itemProps29.xml" Id="R9a3391413a1e41b7" /></Relationships>
</file>

<file path=ppt/customXML/_rels/item30.xml.rels>&#65279;<?xml version="1.0" encoding="utf-8"?><Relationships xmlns="http://schemas.openxmlformats.org/package/2006/relationships"><Relationship Type="http://schemas.openxmlformats.org/officeDocument/2006/relationships/customXmlProps" Target="/ppt/customXML/itemProps30.xml" Id="Rce9e134e24954711" /></Relationships>
</file>

<file path=ppt/customXML/_rels/item31.xml.rels>&#65279;<?xml version="1.0" encoding="utf-8"?><Relationships xmlns="http://schemas.openxmlformats.org/package/2006/relationships"><Relationship Type="http://schemas.openxmlformats.org/officeDocument/2006/relationships/customXmlProps" Target="/ppt/customXML/itemProps31.xml" Id="Rbcd6886a41b84bea" /></Relationships>
</file>

<file path=ppt/customXML/_rels/item32.xml.rels>&#65279;<?xml version="1.0" encoding="utf-8"?><Relationships xmlns="http://schemas.openxmlformats.org/package/2006/relationships"><Relationship Type="http://schemas.openxmlformats.org/officeDocument/2006/relationships/customXmlProps" Target="/ppt/customXML/itemProps32.xml" Id="R30ade51b17684138" /></Relationships>
</file>

<file path=ppt/customXML/_rels/item33.xml.rels>&#65279;<?xml version="1.0" encoding="utf-8"?><Relationships xmlns="http://schemas.openxmlformats.org/package/2006/relationships"><Relationship Type="http://schemas.openxmlformats.org/officeDocument/2006/relationships/customXmlProps" Target="/ppt/customXML/itemProps33.xml" Id="R0322f818a9d14657" /></Relationships>
</file>

<file path=ppt/customXML/_rels/item34.xml.rels>&#65279;<?xml version="1.0" encoding="utf-8"?><Relationships xmlns="http://schemas.openxmlformats.org/package/2006/relationships"><Relationship Type="http://schemas.openxmlformats.org/officeDocument/2006/relationships/customXmlProps" Target="/ppt/customXML/itemProps34.xml" Id="R7f1926f323954c0f" /></Relationships>
</file>

<file path=ppt/customXML/_rels/item35.xml.rels>&#65279;<?xml version="1.0" encoding="utf-8"?><Relationships xmlns="http://schemas.openxmlformats.org/package/2006/relationships"><Relationship Type="http://schemas.openxmlformats.org/officeDocument/2006/relationships/customXmlProps" Target="/ppt/customXML/itemProps35.xml" Id="R70cfd496e40740a1" /></Relationships>
</file>

<file path=ppt/customXML/_rels/item36.xml.rels>&#65279;<?xml version="1.0" encoding="utf-8"?><Relationships xmlns="http://schemas.openxmlformats.org/package/2006/relationships"><Relationship Type="http://schemas.openxmlformats.org/officeDocument/2006/relationships/customXmlProps" Target="/ppt/customXML/itemProps36.xml" Id="R4aabbefc2a99445c" /></Relationships>
</file>

<file path=ppt/customXML/_rels/item37.xml.rels>&#65279;<?xml version="1.0" encoding="utf-8"?><Relationships xmlns="http://schemas.openxmlformats.org/package/2006/relationships"><Relationship Type="http://schemas.openxmlformats.org/officeDocument/2006/relationships/customXmlProps" Target="/ppt/customXML/itemProps37.xml" Id="R085a4c6a292a4eb0" /></Relationships>
</file>

<file path=ppt/customXML/_rels/item38.xml.rels>&#65279;<?xml version="1.0" encoding="utf-8"?><Relationships xmlns="http://schemas.openxmlformats.org/package/2006/relationships"><Relationship Type="http://schemas.openxmlformats.org/officeDocument/2006/relationships/customXmlProps" Target="/ppt/customXML/itemProps38.xml" Id="R080af5258329469a" /></Relationships>
</file>

<file path=ppt/customXML/_rels/item39.xml.rels>&#65279;<?xml version="1.0" encoding="utf-8"?><Relationships xmlns="http://schemas.openxmlformats.org/package/2006/relationships"><Relationship Type="http://schemas.openxmlformats.org/officeDocument/2006/relationships/customXmlProps" Target="/ppt/customXML/itemProps39.xml" Id="R18d26be2e5ea4a3a" /></Relationships>
</file>

<file path=ppt/customXML/_rels/item40.xml.rels>&#65279;<?xml version="1.0" encoding="utf-8"?><Relationships xmlns="http://schemas.openxmlformats.org/package/2006/relationships"><Relationship Type="http://schemas.openxmlformats.org/officeDocument/2006/relationships/customXmlProps" Target="/ppt/customXML/itemProps40.xml" Id="R932023342ada4595" /></Relationships>
</file>

<file path=ppt/customXML/_rels/item41.xml.rels>&#65279;<?xml version="1.0" encoding="utf-8"?><Relationships xmlns="http://schemas.openxmlformats.org/package/2006/relationships"><Relationship Type="http://schemas.openxmlformats.org/officeDocument/2006/relationships/customXmlProps" Target="/ppt/customXML/itemProps41.xml" Id="R5d3b8bf1f3db45a7" /></Relationships>
</file>

<file path=ppt/customXML/_rels/item42.xml.rels>&#65279;<?xml version="1.0" encoding="utf-8"?><Relationships xmlns="http://schemas.openxmlformats.org/package/2006/relationships"><Relationship Type="http://schemas.openxmlformats.org/officeDocument/2006/relationships/customXmlProps" Target="/ppt/customXML/itemProps42.xml" Id="R1713cc9593144ff3" /></Relationships>
</file>

<file path=ppt/customXML/_rels/item43.xml.rels>&#65279;<?xml version="1.0" encoding="utf-8"?><Relationships xmlns="http://schemas.openxmlformats.org/package/2006/relationships"><Relationship Type="http://schemas.openxmlformats.org/officeDocument/2006/relationships/customXmlProps" Target="/ppt/customXML/itemProps43.xml" Id="Rf28936ef23bd45f6" /></Relationships>
</file>

<file path=ppt/customXML/_rels/item44.xml.rels>&#65279;<?xml version="1.0" encoding="utf-8"?><Relationships xmlns="http://schemas.openxmlformats.org/package/2006/relationships"><Relationship Type="http://schemas.openxmlformats.org/officeDocument/2006/relationships/customXmlProps" Target="/ppt/customXML/itemProps44.xml" Id="R5f1245ffa5a74d9e" /></Relationships>
</file>

<file path=ppt/customXML/_rels/item45.xml.rels>&#65279;<?xml version="1.0" encoding="utf-8"?><Relationships xmlns="http://schemas.openxmlformats.org/package/2006/relationships"><Relationship Type="http://schemas.openxmlformats.org/officeDocument/2006/relationships/customXmlProps" Target="/ppt/customXML/itemProps45.xml" Id="R28de747627f0451c" /></Relationships>
</file>

<file path=ppt/customXML/_rels/item46.xml.rels>&#65279;<?xml version="1.0" encoding="utf-8"?><Relationships xmlns="http://schemas.openxmlformats.org/package/2006/relationships"><Relationship Type="http://schemas.openxmlformats.org/officeDocument/2006/relationships/customXmlProps" Target="/ppt/customXML/itemProps46.xml" Id="R03bdbb9dc111444d" /></Relationships>
</file>

<file path=ppt/customXML/_rels/item47.xml.rels>&#65279;<?xml version="1.0" encoding="utf-8"?><Relationships xmlns="http://schemas.openxmlformats.org/package/2006/relationships"><Relationship Type="http://schemas.openxmlformats.org/officeDocument/2006/relationships/customXmlProps" Target="/ppt/customXML/itemProps47.xml" Id="Rf5f80e96adc94afb" /></Relationships>
</file>

<file path=ppt/customXML/_rels/item48.xml.rels>&#65279;<?xml version="1.0" encoding="utf-8"?><Relationships xmlns="http://schemas.openxmlformats.org/package/2006/relationships"><Relationship Type="http://schemas.openxmlformats.org/officeDocument/2006/relationships/customXmlProps" Target="/ppt/customXML/itemProps48.xml" Id="R2172299e40bd42ce" /></Relationships>
</file>

<file path=ppt/customXML/item2.xml><?xml version="1.0" encoding="utf-8"?>
<Layout Name="Title and Content" UniqueId="8897c8e3-72dc-49f9-9f9f-23d77eb27fec" ContentType="application/vnd.openxmlformats-officedocument.presentationml.slideLayout+xml" ObjectType="SlideLayout" MajorVersion="0" MinorVersion="1" IsDirty="False"/>
</file>

<file path=ppt/customXML/item3.xml><?xml version="1.0" encoding="utf-8"?>
<Layout Name="1_Title Slide" UniqueId="6f166503-55c7-410b-a5f4-4236c59ca2c4" ContentType="application/vnd.openxmlformats-officedocument.presentationml.slideLayout+xml" ObjectType="SlideLayout" MajorVersion="0" MinorVersion="1" IsDirty="False"/>
</file>

<file path=ppt/customXML/item4.xml><?xml version="1.0" encoding="utf-8"?>
<SlideMaster Name="Click to edit Master title style" UniqueId="cb81c2a9-2b89-4e54-aa9e-30a6f0784c29" ContentType="application/vnd.openxmlformats-officedocument.presentationml.slideMaster+xml" ObjectType="SlideMaster" MajorVersion="0" MinorVersion="1" IsDirty="False" LocalName="cb81c2a9-2b89-4e54-aa9e-30a6f0784c29"/>
</file>

<file path=ppt/customXML/item5.xml><?xml version="1.0" encoding="utf-8"?>
<Layout Name="Title Slide" UniqueId="60721e5d-f520-44a5-a5cb-e1c861353d18" ContentType="application/vnd.openxmlformats-officedocument.presentationml.slideLayout+xml" ObjectType="SlideLayout" MajorVersion="0" MinorVersion="1" IsDirty="False"/>
</file>

<file path=ppt/customXML/item6.xml><?xml version="1.0" encoding="utf-8"?>
<Layout Name="Title and Content" UniqueId="5ad755c0-3b5f-4a9e-a6a0-199be925b299" ContentType="application/vnd.openxmlformats-officedocument.presentationml.slideLayout+xml" ObjectType="SlideLayout" MajorVersion="0" MinorVersion="1" IsDirty="False"/>
</file>

<file path=ppt/customXML/item7.xml><?xml version="1.0" encoding="utf-8"?>
<Layout Name="Section Header" UniqueId="db0589fa-0143-45b1-aab8-7c2468c1f50c" ContentType="application/vnd.openxmlformats-officedocument.presentationml.slideLayout+xml" ObjectType="SlideLayout" MajorVersion="0" MinorVersion="1" IsDirty="False"/>
</file>

<file path=ppt/customXML/item8.xml><?xml version="1.0" encoding="utf-8"?>
<Layout Name="Two Content" UniqueId="3392786b-c8c2-4de2-ba18-4788a87462b4" ContentType="application/vnd.openxmlformats-officedocument.presentationml.slideLayout+xml" ObjectType="SlideLayout" MajorVersion="0" MinorVersion="1" IsDirty="False"/>
</file>

<file path=ppt/customXML/item9.xml><?xml version="1.0" encoding="utf-8"?>
<Layout Name="Comparison" UniqueId="ac3e9e3d-8056-4ec3-a4bc-a2df4445c085" ContentType="application/vnd.openxmlformats-officedocument.presentationml.slideLayout+xml" ObjectType="SlideLayout" MajorVersion="0" MinorVersion="1" IsDirty="False"/>
</file>

<file path=ppt/customXML/item10.xml><?xml version="1.0" encoding="utf-8"?>
<Layout Name="Title Only" UniqueId="bc532870-c2ee-4bb0-9961-515d2ddd1397" ContentType="application/vnd.openxmlformats-officedocument.presentationml.slideLayout+xml" ObjectType="SlideLayout" MajorVersion="0" MinorVersion="1" IsDirty="False"/>
</file>

<file path=ppt/customXML/item11.xml><?xml version="1.0" encoding="utf-8"?>
<Layout Name="Blank" UniqueId="32ad32f3-bd38-4963-a135-a6b9c15e1395" ContentType="application/vnd.openxmlformats-officedocument.presentationml.slideLayout+xml" ObjectType="SlideLayout" MajorVersion="0" MinorVersion="1" IsDirty="False"/>
</file>

<file path=ppt/customXML/item12.xml><?xml version="1.0" encoding="utf-8"?>
<Layout Name="Content with Caption" UniqueId="8777abf8-9a7e-45bd-b2f9-9d352079371e" ContentType="application/vnd.openxmlformats-officedocument.presentationml.slideLayout+xml" ObjectType="SlideLayout" MajorVersion="0" MinorVersion="1" IsDirty="False"/>
</file>

<file path=ppt/customXML/item13.xml><?xml version="1.0" encoding="utf-8"?>
<Layout Name="Picture with Caption" UniqueId="df97fd99-2405-47f4-9015-9e7cca33baf9" ContentType="application/vnd.openxmlformats-officedocument.presentationml.slideLayout+xml" ObjectType="SlideLayout" MajorVersion="0" MinorVersion="1" IsDirty="False"/>
</file>

<file path=ppt/customXML/item14.xml><?xml version="1.0" encoding="utf-8"?>
<Layout Name="Title and Vertical Text" UniqueId="3e2f6c30-f349-4510-a90b-23f739654dfa" ContentType="application/vnd.openxmlformats-officedocument.presentationml.slideLayout+xml" ObjectType="SlideLayout" MajorVersion="0" MinorVersion="1" IsDirty="False"/>
</file>

<file path=ppt/customXML/item15.xml><?xml version="1.0" encoding="utf-8"?>
<Layout Name="Vertical Title and Text" UniqueId="f755f397-92f6-4b52-b8f6-1beb38340e0b" ContentType="application/vnd.openxmlformats-officedocument.presentationml.slideLayout+xml" ObjectType="SlideLayout" MajorVersion="0" MinorVersion="1" IsDirty="False"/>
</file>

<file path=ppt/customXML/item16.xml><?xml version="1.0" encoding="utf-8"?>
<SlideMaster Name="Click to edit Master title style" UniqueId="cc853541-cf9b-41ba-b353-6fe2e93a2b28" ContentType="application/vnd.openxmlformats-officedocument.presentationml.slideMaster+xml" ObjectType="SlideMaster" MajorVersion="0" MinorVersion="1" IsDirty="False" LocalName="Office Theme"/>
</file>

<file path=ppt/customXML/item17.xml><?xml version="1.0" encoding="utf-8"?>
<Layout Name="Title Slide" UniqueId="92c19a18-9440-465a-8327-b90929f00ccb" ContentType="application/vnd.openxmlformats-officedocument.presentationml.slideLayout+xml" ObjectType="SlideLayout" MajorVersion="0" MinorVersion="1" IsDirty="False"/>
</file>

<file path=ppt/customXML/item18.xml><?xml version="1.0" encoding="utf-8"?>
<Layout Name="Title and Content" UniqueId="950e0f66-0958-4375-84fb-f71bd7508895" ContentType="application/vnd.openxmlformats-officedocument.presentationml.slideLayout+xml" ObjectType="SlideLayout" MajorVersion="0" MinorVersion="1" IsDirty="False"/>
</file>

<file path=ppt/customXML/item19.xml><?xml version="1.0" encoding="utf-8"?>
<Layout Name="Section Header" UniqueId="543e4bc0-a893-4cf5-a71c-e5b14cc98f43" ContentType="application/vnd.openxmlformats-officedocument.presentationml.slideLayout+xml" ObjectType="SlideLayout" MajorVersion="0" MinorVersion="1" IsDirty="False"/>
</file>

<file path=ppt/customXML/item20.xml><?xml version="1.0" encoding="utf-8"?>
<Layout Name="Two Content" UniqueId="7e7840ca-14d6-4634-9c5d-a3fa0851820b" ContentType="application/vnd.openxmlformats-officedocument.presentationml.slideLayout+xml" ObjectType="SlideLayout" MajorVersion="0" MinorVersion="1" IsDirty="False"/>
</file>

<file path=ppt/customXML/item21.xml><?xml version="1.0" encoding="utf-8"?>
<Layout Name="Comparison" UniqueId="5b47cf41-0800-4a45-8c8f-a65e618b9cae" ContentType="application/vnd.openxmlformats-officedocument.presentationml.slideLayout+xml" ObjectType="SlideLayout" MajorVersion="0" MinorVersion="1" IsDirty="False"/>
</file>

<file path=ppt/customXML/item22.xml><?xml version="1.0" encoding="utf-8"?>
<Layout Name="Title Only" UniqueId="ccacc65a-7a32-4f0a-8d59-3b63175024c2" ContentType="application/vnd.openxmlformats-officedocument.presentationml.slideLayout+xml" ObjectType="SlideLayout" MajorVersion="0" MinorVersion="1" IsDirty="False"/>
</file>

<file path=ppt/customXML/item23.xml><?xml version="1.0" encoding="utf-8"?>
<Layout Name="Blank" UniqueId="3ac5685f-50a2-4d6c-8413-d5bf519ee210" ContentType="application/vnd.openxmlformats-officedocument.presentationml.slideLayout+xml" ObjectType="SlideLayout" MajorVersion="0" MinorVersion="1" IsDirty="False"/>
</file>

<file path=ppt/customXML/item24.xml><?xml version="1.0" encoding="utf-8"?>
<Layout Name="Content with Caption" UniqueId="a2044c22-1dcf-4935-ad86-c22af0908fc1" ContentType="application/vnd.openxmlformats-officedocument.presentationml.slideLayout+xml" ObjectType="SlideLayout" MajorVersion="0" MinorVersion="1" IsDirty="False"/>
</file>

<file path=ppt/customXML/item25.xml><?xml version="1.0" encoding="utf-8"?>
<Layout Name="Picture with Caption" UniqueId="64fe87f1-c50b-40bf-8866-c4622ef6e937" ContentType="application/vnd.openxmlformats-officedocument.presentationml.slideLayout+xml" ObjectType="SlideLayout" MajorVersion="0" MinorVersion="1" IsDirty="False"/>
</file>

<file path=ppt/customXML/item26.xml><?xml version="1.0" encoding="utf-8"?>
<Layout Name="Title and Vertical Text" UniqueId="5b4b2861-e3bf-4c97-bf6f-e710807a5a23" ContentType="application/vnd.openxmlformats-officedocument.presentationml.slideLayout+xml" ObjectType="SlideLayout" MajorVersion="0" MinorVersion="1" IsDirty="False"/>
</file>

<file path=ppt/customXML/item27.xml><?xml version="1.0" encoding="utf-8"?>
<Layout Name="Vertical Title and Text" UniqueId="4ed95673-9e25-429f-ba2f-671684149943" ContentType="application/vnd.openxmlformats-officedocument.presentationml.slideLayout+xml" ObjectType="SlideLayout" MajorVersion="0" MinorVersion="1" IsDirty="False"/>
</file>

<file path=ppt/customXML/item28.xml><?xml version="1.0" encoding="utf-8"?>
<SlideMaster Name="Click to edit Master title style" UniqueId="fd1f4215-95bd-4ba9-bac1-2be5ef34ffd8" ContentType="application/vnd.openxmlformats-officedocument.presentationml.slideMaster+xml" ObjectType="SlideMaster" MajorVersion="0" MinorVersion="1" IsDirty="False" LocalName="Office Theme"/>
</file>

<file path=ppt/customXML/item29.xml><?xml version="1.0" encoding="utf-8"?>
<ContentId CID="S008564"/>
</file>

<file path=ppt/customXML/item30.xml><?xml version="1.0" encoding="utf-8"?>
<Layout Name="Title Slide" UniqueId="60721e5d-f520-44a5-a5cb-e1c861353d18" ContentType="application/vnd.openxmlformats-officedocument.presentationml.slideLayout+xml" ObjectType="SlideLayout" MajorVersion="0" MinorVersion="1" IsDirty="False"/>
</file>

<file path=ppt/customXML/item31.xml><?xml version="1.0" encoding="utf-8"?>
<Slide Name="No Title" UniqueId="b25ab2e4-b2a9-44cc-b3c5-eb560601f9a3" ContentType="application/vnd.openxmlformats-officedocument.presentationml.slide+xml" ObjectType="Slide" MajorVersion="0" MinorVersion="1" IsDirty="False" FromObjectId="faba756e-9c34-4ebe-9a7f-a8a3e6afb33d" FromMajorVersion="1" FromMinorVersion="0" LayoutName="Title Slide" LayoutUniqueId="92c19a18-9440-465a-8327-b90929f00ccb" GraphicCount="0" ImageCount="0" ExternalObjectCount="0" KeepSourceFormatting="True" IsFromMultiSlides="true" MultiSlideSubId="256" MultiSlideInstanceId="0a4dc57a-3eba-48d3-89b6-1fa5825a99dd" SharedSlidesContentId="C000561">
  <ReferenceSlideList>
    <ReferenceSlide FromObjectId="faba756e-9c34-4ebe-9a7f-a8a3e6afb33d" FromMajorVersion="1" FromMinorVersion="0" IsMultiple="True" MultiSlideInstanceId="0a4dc57a-3eba-48d3-89b6-1fa5825a99dd"/>
  </ReferenceSlideList>
</Slide>
</file>

<file path=ppt/customXML/item32.xml><?xml version="1.0" encoding="utf-8"?>
<ContentId CID="S008505"/>
</file>

<file path=ppt/customXML/item33.xml><?xml version="1.0" encoding="utf-8"?>
<Layout Name="Title Slide" UniqueId="92c19a18-9440-465a-8327-b90929f00ccb" ContentType="application/vnd.openxmlformats-officedocument.presentationml.slideLayout+xml" ObjectType="SlideLayout" MajorVersion="0" MinorVersion="1" IsDirty="False"/>
</file>

<file path=ppt/customXML/item34.xml><?xml version="1.0" encoding="utf-8"?>
<Slide Name="Slide2" UniqueId="350e2468-cfde-4f61-afa3-3273c803f70b" ContentType="application/vnd.openxmlformats-officedocument.presentationml.slide+xml" ObjectType="Slide" MajorVersion="0" MinorVersion="1" IsDirty="False" FromObjectId="faba756e-9c34-4ebe-9a7f-a8a3e6afb33d" FromMajorVersion="1" FromMinorVersion="0" LayoutName="Title and Content" LayoutUniqueId="950e0f66-0958-4375-84fb-f71bd7508895" GraphicCount="0" ImageCount="0" ExternalObjectCount="0" KeepSourceFormatting="True" IsFromMultiSlides="true" MultiSlideSubId="257" MultiSlideInstanceId="0a4dc57a-3eba-48d3-89b6-1fa5825a99dd" SharedSlidesContentId="C000561">
  <ReferenceSlideList>
    <ReferenceSlide FromObjectId="faba756e-9c34-4ebe-9a7f-a8a3e6afb33d" FromMajorVersion="1" FromMinorVersion="0" IsMultiple="True" MultiSlideInstanceId="0a4dc57a-3eba-48d3-89b6-1fa5825a99dd"/>
  </ReferenceSlideList>
</Slide>
</file>

<file path=ppt/customXML/item35.xml><?xml version="1.0" encoding="utf-8"?>
<ContentId CID="S008506"/>
</file>

<file path=ppt/customXML/item36.xml><?xml version="1.0" encoding="utf-8"?>
<Layout Name="Title and Content" UniqueId="950e0f66-0958-4375-84fb-f71bd7508895" ContentType="application/vnd.openxmlformats-officedocument.presentationml.slideLayout+xml" ObjectType="SlideLayout" MajorVersion="0" MinorVersion="1" IsDirty="False"/>
</file>

<file path=ppt/customXML/item37.xml><?xml version="1.0" encoding="utf-8"?>
<Slide Name="Slide3" UniqueId="d485a55a-76e9-48fd-943c-2329b97c9d27" ContentType="application/vnd.openxmlformats-officedocument.presentationml.slide+xml" ObjectType="Slide" MajorVersion="0" MinorVersion="1" IsDirty="False" FromObjectId="faba756e-9c34-4ebe-9a7f-a8a3e6afb33d" FromMajorVersion="1" FromMinorVersion="0" LayoutName="Title and Content" LayoutUniqueId="950e0f66-0958-4375-84fb-f71bd7508895" GraphicCount="0" ImageCount="0" ExternalObjectCount="0" KeepSourceFormatting="True" IsFromMultiSlides="true" MultiSlideSubId="258" MultiSlideInstanceId="0a4dc57a-3eba-48d3-89b6-1fa5825a99dd" SharedSlidesContentId="C000561">
  <ReferenceSlideList>
    <ReferenceSlide FromObjectId="faba756e-9c34-4ebe-9a7f-a8a3e6afb33d" FromMajorVersion="1" FromMinorVersion="0" IsMultiple="True" MultiSlideInstanceId="0a4dc57a-3eba-48d3-89b6-1fa5825a99dd"/>
  </ReferenceSlideList>
</Slide>
</file>

<file path=ppt/customXML/item38.xml><?xml version="1.0" encoding="utf-8"?>
<ContentId CID="S008507"/>
</file>

<file path=ppt/customXML/item39.xml><?xml version="1.0" encoding="utf-8"?>
<Layout Name="Title and Content" UniqueId="950e0f66-0958-4375-84fb-f71bd7508895" ContentType="application/vnd.openxmlformats-officedocument.presentationml.slideLayout+xml" ObjectType="SlideLayout" MajorVersion="0" MinorVersion="1" IsDirty="False"/>
</file>

<file path=ppt/customXML/item40.xml><?xml version="1.0" encoding="utf-8"?>
<Slide Name="Slide4" UniqueId="26fc653a-8391-466d-898d-b1f144f49e21" ContentType="application/vnd.openxmlformats-officedocument.presentationml.slide+xml" ObjectType="Slide" MajorVersion="0" MinorVersion="1" IsDirty="False" FromObjectId="faba756e-9c34-4ebe-9a7f-a8a3e6afb33d" FromMajorVersion="1" FromMinorVersion="0" LayoutName="Title and Content" LayoutUniqueId="950e0f66-0958-4375-84fb-f71bd7508895" GraphicCount="0" ImageCount="0" ExternalObjectCount="0" KeepSourceFormatting="True" IsFromMultiSlides="true" MultiSlideSubId="259" MultiSlideInstanceId="0a4dc57a-3eba-48d3-89b6-1fa5825a99dd" SharedSlidesContentId="C000561">
  <ReferenceSlideList>
    <ReferenceSlide FromObjectId="faba756e-9c34-4ebe-9a7f-a8a3e6afb33d" FromMajorVersion="1" FromMinorVersion="0" IsMultiple="True" MultiSlideInstanceId="0a4dc57a-3eba-48d3-89b6-1fa5825a99dd"/>
  </ReferenceSlideList>
</Slide>
</file>

<file path=ppt/customXML/item41.xml><?xml version="1.0" encoding="utf-8"?>
<ContentId CID="S008508"/>
</file>

<file path=ppt/customXML/item42.xml><?xml version="1.0" encoding="utf-8"?>
<Layout Name="Title and Content" UniqueId="950e0f66-0958-4375-84fb-f71bd7508895" ContentType="application/vnd.openxmlformats-officedocument.presentationml.slideLayout+xml" ObjectType="SlideLayout" MajorVersion="0" MinorVersion="1" IsDirty="False"/>
</file>

<file path=ppt/customXML/item43.xml><?xml version="1.0" encoding="utf-8"?>
<Slide Name="Slide5" UniqueId="d9bc4621-0ad2-479e-bfe9-3f9122cf4c63" ContentType="application/vnd.openxmlformats-officedocument.presentationml.slide+xml" ObjectType="Slide" MajorVersion="0" MinorVersion="1" IsDirty="False" FromObjectId="faba756e-9c34-4ebe-9a7f-a8a3e6afb33d" FromMajorVersion="1" FromMinorVersion="0" LayoutName="Title and Content" LayoutUniqueId="950e0f66-0958-4375-84fb-f71bd7508895" GraphicCount="0" ImageCount="0" ExternalObjectCount="0" KeepSourceFormatting="True" IsFromMultiSlides="true" MultiSlideSubId="260" MultiSlideInstanceId="0a4dc57a-3eba-48d3-89b6-1fa5825a99dd" SharedSlidesContentId="C000561">
  <ReferenceSlideList>
    <ReferenceSlide FromObjectId="faba756e-9c34-4ebe-9a7f-a8a3e6afb33d" FromMajorVersion="1" FromMinorVersion="0" IsMultiple="True" MultiSlideInstanceId="0a4dc57a-3eba-48d3-89b6-1fa5825a99dd"/>
  </ReferenceSlideList>
</Slide>
</file>

<file path=ppt/customXML/item44.xml><?xml version="1.0" encoding="utf-8"?>
<ContentId CID="S008509"/>
</file>

<file path=ppt/customXML/item45.xml><?xml version="1.0" encoding="utf-8"?>
<Layout Name="Title and Content" UniqueId="950e0f66-0958-4375-84fb-f71bd7508895" ContentType="application/vnd.openxmlformats-officedocument.presentationml.slideLayout+xml" ObjectType="SlideLayout" MajorVersion="0" MinorVersion="1" IsDirty="False"/>
</file>

<file path=ppt/customXML/item46.xml><?xml version="1.0" encoding="utf-8"?>
<pd:PersonalizationDefinition xmlns:pd="Strauss.PersonalizationDefinition" name="">
  <pd:DataReferenceList/>
  <pd:ComponentReferencePD name="Multiple_Slides(ShareSlides)" desc="" uid="" type="Slide" referenceId="70c061f2-6a86-4eee-89de-22704f3cfc56" keepsourceformat="True" updateMode="Automatic" componentContentId="faba756e-9c34-4ebe-9a7f-a8a3e6afb33d" componentMajorVersion="-1" componentMinorVersion="-1" componentVersionId="Latest">
    <pd:DataReferenceList/>
    <pd:DataReferenceMappingList/>
    <pd:ExtensionList>
      <pd:LatestVersionId>5f05a149-c0b5-4acb-b5fd-844f67be39d3</pd:LatestVersionId>
      <pd:NeedReloadImage>False</pd:NeedReloadImage>
      <pd:ObjectType>Slide</pd:ObjectType>
    </pd:ExtensionList>
    <pd:TransferredItemList/>
  </pd:ComponentReferencePD>
</pd:PersonalizationDefinition>
</file>

<file path=ppt/customXML/item47.xml><?xml version="1.0" encoding="utf-8"?>
<ContentId CID="S008565"/>
</file>

<file path=ppt/customXML/item48.xml><?xml version="1.0" encoding="utf-8"?>
<Layout Name="Title and Content" UniqueId="8897c8e3-72dc-49f9-9f9f-23d77eb27fec" ContentType="Layout" ObjectType="SlideLayout" MajorVersion="0" MinorVersion="1" IsDirty="False"/>
</file>

<file path=ppt/customXML/itemProps2.xml><?xml version="1.0" encoding="utf-8"?>
<ds:datastoreItem xmlns:ds="http://schemas.openxmlformats.org/officeDocument/2006/customXml" ds:itemID="{4C706282-7667-472C-8051-AD58CF14FA39}">
  <ds:schemaRefs/>
</ds:datastoreItem>
</file>

<file path=ppt/customXML/itemProps3.xml><?xml version="1.0" encoding="utf-8"?>
<ds:datastoreItem xmlns:ds="http://schemas.openxmlformats.org/officeDocument/2006/customXml" ds:itemID="{6D4FB12C-AB36-41B8-AF71-AC6EC907E076}">
  <ds:schemaRefs/>
</ds:datastoreItem>
</file>

<file path=ppt/customXML/itemProps4.xml><?xml version="1.0" encoding="utf-8"?>
<ds:datastoreItem xmlns:ds="http://schemas.openxmlformats.org/officeDocument/2006/customXml" ds:itemID="{53B8375F-2B27-443B-A5CA-7C078D6F922B}">
  <ds:schemaRefs/>
</ds:datastoreItem>
</file>

<file path=ppt/customXML/itemProps5.xml><?xml version="1.0" encoding="utf-8"?>
<ds:datastoreItem xmlns:ds="http://schemas.openxmlformats.org/officeDocument/2006/customXml" ds:itemID="{F3D79B7A-9E76-4130-AB66-128904D1C07B}">
  <ds:schemaRefs/>
</ds:datastoreItem>
</file>

<file path=ppt/customXML/itemProps6.xml><?xml version="1.0" encoding="utf-8"?>
<ds:datastoreItem xmlns:ds="http://schemas.openxmlformats.org/officeDocument/2006/customXml" ds:itemID="{BF26572C-4EA2-4D2C-9F63-3CA7EFDC9A58}">
  <ds:schemaRefs/>
</ds:datastoreItem>
</file>

<file path=ppt/customXML/itemProps7.xml><?xml version="1.0" encoding="utf-8"?>
<ds:datastoreItem xmlns:ds="http://schemas.openxmlformats.org/officeDocument/2006/customXml" ds:itemID="{5C0D2CE2-6DD7-487B-ACE0-14FCB8105D8A}">
  <ds:schemaRefs/>
</ds:datastoreItem>
</file>

<file path=ppt/customXML/itemProps8.xml><?xml version="1.0" encoding="utf-8"?>
<ds:datastoreItem xmlns:ds="http://schemas.openxmlformats.org/officeDocument/2006/customXml" ds:itemID="{B83BF086-51FC-4F8F-9B57-A6B2FE168DAC}">
  <ds:schemaRefs/>
</ds:datastoreItem>
</file>

<file path=ppt/customXML/itemProps9.xml><?xml version="1.0" encoding="utf-8"?>
<ds:datastoreItem xmlns:ds="http://schemas.openxmlformats.org/officeDocument/2006/customXml" ds:itemID="{C4620E1E-503C-430B-95A7-BFB106C31983}">
  <ds:schemaRefs/>
</ds:datastoreItem>
</file>

<file path=ppt/customXML/itemProps10.xml><?xml version="1.0" encoding="utf-8"?>
<ds:datastoreItem xmlns:ds="http://schemas.openxmlformats.org/officeDocument/2006/customXml" ds:itemID="{38EAF6F6-20DB-4614-8CF8-3548781B125C}">
  <ds:schemaRefs/>
</ds:datastoreItem>
</file>

<file path=ppt/customXML/itemProps11.xml><?xml version="1.0" encoding="utf-8"?>
<ds:datastoreItem xmlns:ds="http://schemas.openxmlformats.org/officeDocument/2006/customXml" ds:itemID="{B480CD5A-904C-43A3-A81B-A325E34ACBD7}">
  <ds:schemaRefs/>
</ds:datastoreItem>
</file>

<file path=ppt/customXML/itemProps12.xml><?xml version="1.0" encoding="utf-8"?>
<ds:datastoreItem xmlns:ds="http://schemas.openxmlformats.org/officeDocument/2006/customXml" ds:itemID="{F1747521-848C-4D02-AEC2-FE6D47A07D1C}">
  <ds:schemaRefs/>
</ds:datastoreItem>
</file>

<file path=ppt/customXML/itemProps13.xml><?xml version="1.0" encoding="utf-8"?>
<ds:datastoreItem xmlns:ds="http://schemas.openxmlformats.org/officeDocument/2006/customXml" ds:itemID="{89F46597-3A8D-49BE-9B33-948492EFB6B9}">
  <ds:schemaRefs/>
</ds:datastoreItem>
</file>

<file path=ppt/customXML/itemProps14.xml><?xml version="1.0" encoding="utf-8"?>
<ds:datastoreItem xmlns:ds="http://schemas.openxmlformats.org/officeDocument/2006/customXml" ds:itemID="{90351D64-7B20-445E-B5EB-1BD8BE9EDA1C}">
  <ds:schemaRefs/>
</ds:datastoreItem>
</file>

<file path=ppt/customXML/itemProps15.xml><?xml version="1.0" encoding="utf-8"?>
<ds:datastoreItem xmlns:ds="http://schemas.openxmlformats.org/officeDocument/2006/customXml" ds:itemID="{80F0A532-9C3F-4626-90BF-F0C8FE9039D7}">
  <ds:schemaRefs/>
</ds:datastoreItem>
</file>

<file path=ppt/customXML/itemProps16.xml><?xml version="1.0" encoding="utf-8"?>
<ds:datastoreItem xmlns:ds="http://schemas.openxmlformats.org/officeDocument/2006/customXml" ds:itemID="{72A5BBBE-A1C9-4419-9EEB-2581EF7CF61A}">
  <ds:schemaRefs/>
</ds:datastoreItem>
</file>

<file path=ppt/customXML/itemProps17.xml><?xml version="1.0" encoding="utf-8"?>
<ds:datastoreItem xmlns:ds="http://schemas.openxmlformats.org/officeDocument/2006/customXml" ds:itemID="{183E3E99-FBD0-463C-9EDC-18237D379CC4}">
  <ds:schemaRefs/>
</ds:datastoreItem>
</file>

<file path=ppt/customXML/itemProps18.xml><?xml version="1.0" encoding="utf-8"?>
<ds:datastoreItem xmlns:ds="http://schemas.openxmlformats.org/officeDocument/2006/customXml" ds:itemID="{DDEA556C-2DCD-4999-8863-9F11D2D29165}">
  <ds:schemaRefs/>
</ds:datastoreItem>
</file>

<file path=ppt/customXML/itemProps19.xml><?xml version="1.0" encoding="utf-8"?>
<ds:datastoreItem xmlns:ds="http://schemas.openxmlformats.org/officeDocument/2006/customXml" ds:itemID="{7056B94E-1F0A-47AE-BC3D-43BB4A086A0A}">
  <ds:schemaRefs/>
</ds:datastoreItem>
</file>

<file path=ppt/customXML/itemProps20.xml><?xml version="1.0" encoding="utf-8"?>
<ds:datastoreItem xmlns:ds="http://schemas.openxmlformats.org/officeDocument/2006/customXml" ds:itemID="{C63DB1FA-F274-4011-9A85-E65629A05C08}">
  <ds:schemaRefs/>
</ds:datastoreItem>
</file>

<file path=ppt/customXML/itemProps21.xml><?xml version="1.0" encoding="utf-8"?>
<ds:datastoreItem xmlns:ds="http://schemas.openxmlformats.org/officeDocument/2006/customXml" ds:itemID="{840C44FE-FE2F-409F-8C5D-8C2CCC80EB97}">
  <ds:schemaRefs/>
</ds:datastoreItem>
</file>

<file path=ppt/customXML/itemProps22.xml><?xml version="1.0" encoding="utf-8"?>
<ds:datastoreItem xmlns:ds="http://schemas.openxmlformats.org/officeDocument/2006/customXml" ds:itemID="{C4547E5B-840F-421C-8249-A80BB882B129}">
  <ds:schemaRefs/>
</ds:datastoreItem>
</file>

<file path=ppt/customXML/itemProps23.xml><?xml version="1.0" encoding="utf-8"?>
<ds:datastoreItem xmlns:ds="http://schemas.openxmlformats.org/officeDocument/2006/customXml" ds:itemID="{CD1B6CDE-86C3-4F29-91C2-E18E24819087}">
  <ds:schemaRefs/>
</ds:datastoreItem>
</file>

<file path=ppt/customXML/itemProps24.xml><?xml version="1.0" encoding="utf-8"?>
<ds:datastoreItem xmlns:ds="http://schemas.openxmlformats.org/officeDocument/2006/customXml" ds:itemID="{13D5A6A0-20D1-49C8-AD85-E0EEBEB25FBA}">
  <ds:schemaRefs/>
</ds:datastoreItem>
</file>

<file path=ppt/customXML/itemProps25.xml><?xml version="1.0" encoding="utf-8"?>
<ds:datastoreItem xmlns:ds="http://schemas.openxmlformats.org/officeDocument/2006/customXml" ds:itemID="{48EDF05E-23D5-4687-A2E4-0C1039BAF5EC}">
  <ds:schemaRefs/>
</ds:datastoreItem>
</file>

<file path=ppt/customXML/itemProps26.xml><?xml version="1.0" encoding="utf-8"?>
<ds:datastoreItem xmlns:ds="http://schemas.openxmlformats.org/officeDocument/2006/customXml" ds:itemID="{99D93857-1EE3-4EE9-BC68-F6C1A77C6497}">
  <ds:schemaRefs/>
</ds:datastoreItem>
</file>

<file path=ppt/customXML/itemProps27.xml><?xml version="1.0" encoding="utf-8"?>
<ds:datastoreItem xmlns:ds="http://schemas.openxmlformats.org/officeDocument/2006/customXml" ds:itemID="{A87988DE-DF96-4427-A1C1-46376AE0A4E4}">
  <ds:schemaRefs/>
</ds:datastoreItem>
</file>

<file path=ppt/customXML/itemProps28.xml><?xml version="1.0" encoding="utf-8"?>
<ds:datastoreItem xmlns:ds="http://schemas.openxmlformats.org/officeDocument/2006/customXml" ds:itemID="{C374D861-E390-44D1-915D-5E16A5C96210}">
  <ds:schemaRefs/>
</ds:datastoreItem>
</file>

<file path=ppt/customXML/itemProps29.xml><?xml version="1.0" encoding="utf-8"?>
<ds:datastoreItem xmlns:ds="http://schemas.openxmlformats.org/officeDocument/2006/customXml" ds:itemID="{FB9D4356-B0E9-4790-9151-25A25791EE5A}">
  <ds:schemaRefs/>
</ds:datastoreItem>
</file>

<file path=ppt/customXML/itemProps30.xml><?xml version="1.0" encoding="utf-8"?>
<ds:datastoreItem xmlns:ds="http://schemas.openxmlformats.org/officeDocument/2006/customXml" ds:itemID="{9EB1D772-0C67-474F-9978-61867C402EE7}">
  <ds:schemaRefs/>
</ds:datastoreItem>
</file>

<file path=ppt/customXML/itemProps31.xml><?xml version="1.0" encoding="utf-8"?>
<ds:datastoreItem xmlns:ds="http://schemas.openxmlformats.org/officeDocument/2006/customXml" ds:itemID="{850C737D-A5AE-4D72-BCAC-1F366122C52D}">
  <ds:schemaRefs/>
</ds:datastoreItem>
</file>

<file path=ppt/customXML/itemProps32.xml><?xml version="1.0" encoding="utf-8"?>
<ds:datastoreItem xmlns:ds="http://schemas.openxmlformats.org/officeDocument/2006/customXml" ds:itemID="{3941A634-7F6B-446E-A343-B8CC2FBA070C}">
  <ds:schemaRefs/>
</ds:datastoreItem>
</file>

<file path=ppt/customXML/itemProps33.xml><?xml version="1.0" encoding="utf-8"?>
<ds:datastoreItem xmlns:ds="http://schemas.openxmlformats.org/officeDocument/2006/customXml" ds:itemID="{FAB1F398-41C8-4E73-8241-0B1BEFA4F2F3}">
  <ds:schemaRefs/>
</ds:datastoreItem>
</file>

<file path=ppt/customXML/itemProps34.xml><?xml version="1.0" encoding="utf-8"?>
<ds:datastoreItem xmlns:ds="http://schemas.openxmlformats.org/officeDocument/2006/customXml" ds:itemID="{76A6CA0D-E87A-486A-8E31-B186A4EA4523}">
  <ds:schemaRefs/>
</ds:datastoreItem>
</file>

<file path=ppt/customXML/itemProps35.xml><?xml version="1.0" encoding="utf-8"?>
<ds:datastoreItem xmlns:ds="http://schemas.openxmlformats.org/officeDocument/2006/customXml" ds:itemID="{C59335B7-35F9-493E-B047-ACF955FD863F}">
  <ds:schemaRefs/>
</ds:datastoreItem>
</file>

<file path=ppt/customXML/itemProps36.xml><?xml version="1.0" encoding="utf-8"?>
<ds:datastoreItem xmlns:ds="http://schemas.openxmlformats.org/officeDocument/2006/customXml" ds:itemID="{4B5CC60F-A75E-427B-8FF8-22AF6F6E0F3B}">
  <ds:schemaRefs/>
</ds:datastoreItem>
</file>

<file path=ppt/customXML/itemProps37.xml><?xml version="1.0" encoding="utf-8"?>
<ds:datastoreItem xmlns:ds="http://schemas.openxmlformats.org/officeDocument/2006/customXml" ds:itemID="{244DAABC-BC6C-4B96-BB1F-9571A4432A50}">
  <ds:schemaRefs/>
</ds:datastoreItem>
</file>

<file path=ppt/customXML/itemProps38.xml><?xml version="1.0" encoding="utf-8"?>
<ds:datastoreItem xmlns:ds="http://schemas.openxmlformats.org/officeDocument/2006/customXml" ds:itemID="{AE75D594-E48C-4102-9EA6-539B3CAA8BD2}">
  <ds:schemaRefs/>
</ds:datastoreItem>
</file>

<file path=ppt/customXML/itemProps39.xml><?xml version="1.0" encoding="utf-8"?>
<ds:datastoreItem xmlns:ds="http://schemas.openxmlformats.org/officeDocument/2006/customXml" ds:itemID="{CCCDCA0B-576C-478A-A947-B5F897AE973F}">
  <ds:schemaRefs/>
</ds:datastoreItem>
</file>

<file path=ppt/customXML/itemProps40.xml><?xml version="1.0" encoding="utf-8"?>
<ds:datastoreItem xmlns:ds="http://schemas.openxmlformats.org/officeDocument/2006/customXml" ds:itemID="{2D726386-46F0-4A57-BF3C-D5771520DA2B}">
  <ds:schemaRefs/>
</ds:datastoreItem>
</file>

<file path=ppt/customXML/itemProps41.xml><?xml version="1.0" encoding="utf-8"?>
<ds:datastoreItem xmlns:ds="http://schemas.openxmlformats.org/officeDocument/2006/customXml" ds:itemID="{820F0BA3-8526-44D0-B05A-F0F002472F9F}">
  <ds:schemaRefs/>
</ds:datastoreItem>
</file>

<file path=ppt/customXML/itemProps42.xml><?xml version="1.0" encoding="utf-8"?>
<ds:datastoreItem xmlns:ds="http://schemas.openxmlformats.org/officeDocument/2006/customXml" ds:itemID="{0A7CDECE-A53F-4BC8-8F77-9D0721885AC3}">
  <ds:schemaRefs/>
</ds:datastoreItem>
</file>

<file path=ppt/customXML/itemProps43.xml><?xml version="1.0" encoding="utf-8"?>
<ds:datastoreItem xmlns:ds="http://schemas.openxmlformats.org/officeDocument/2006/customXml" ds:itemID="{C7153C13-71E0-49B4-B0B9-BE883261C944}">
  <ds:schemaRefs/>
</ds:datastoreItem>
</file>

<file path=ppt/customXML/itemProps44.xml><?xml version="1.0" encoding="utf-8"?>
<ds:datastoreItem xmlns:ds="http://schemas.openxmlformats.org/officeDocument/2006/customXml" ds:itemID="{6798A4DE-C759-4E44-81CE-3E2128D777DB}">
  <ds:schemaRefs/>
</ds:datastoreItem>
</file>

<file path=ppt/customXML/itemProps45.xml><?xml version="1.0" encoding="utf-8"?>
<ds:datastoreItem xmlns:ds="http://schemas.openxmlformats.org/officeDocument/2006/customXml" ds:itemID="{7154607D-FB3B-49FC-B5F3-500AB39A5E5D}">
  <ds:schemaRefs/>
</ds:datastoreItem>
</file>

<file path=ppt/customXML/itemProps46.xml><?xml version="1.0" encoding="utf-8"?>
<ds:datastoreItem xmlns:ds="http://schemas.openxmlformats.org/officeDocument/2006/customXml" ds:itemID="{9957505D-6B8C-4CD0-818A-D6FA9031054C}">
  <ds:schemaRefs/>
</ds:datastoreItem>
</file>

<file path=ppt/customXML/itemProps47.xml><?xml version="1.0" encoding="utf-8"?>
<ds:datastoreItem xmlns:ds="http://schemas.openxmlformats.org/officeDocument/2006/customXml" ds:itemID="{A47B47D9-0ADD-4CF6-A782-D7B37D267126}">
  <ds:schemaRefs/>
</ds:datastoreItem>
</file>

<file path=ppt/customXML/itemProps48.xml><?xml version="1.0" encoding="utf-8"?>
<ds:datastoreItem xmlns:ds="http://schemas.openxmlformats.org/officeDocument/2006/customXml" ds:itemID="{E8120AD2-F233-4E70-893E-2EE8C9EC07FB}">
  <ds:schemaRefs/>
</ds:datastoreItem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b5674772ec194d89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885D4-CD55-48CB-9C55-9264CAAEE65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439B4-15F6-418C-80CE-B70B9DC8669A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759345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1.xml" Id="R4c038ceadd90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2.xml" Id="R6dffc307e32d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3.xml" Id="R8937344003c7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4.xml" Id="R43d4488171a342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5.xml" Id="Rf98e4d917749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6.xml" Id="R1026f58ad766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daf1f747d149af" /><Relationship Type="http://schemas.openxmlformats.org/officeDocument/2006/relationships/slide" Target="/ppt/slides/slide7.xml" Id="R7769e466743c4854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439B4-15F6-418C-80CE-B70B9DC866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1289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95977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21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86865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91790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91300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439B4-15F6-418C-80CE-B70B9DC866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99440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427ff81e64b38" /><Relationship Type="http://schemas.openxmlformats.org/officeDocument/2006/relationships/customXml" Target="/ppt/customXML/item2.xml" Id="Raf61d4548a1848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427ff81e64b38" /><Relationship Type="http://schemas.openxmlformats.org/officeDocument/2006/relationships/customXml" Target="/ppt/customXML/item3.xml" Id="R483088bc44dd4a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5.xml" Id="R6b1915c4eddd40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6.xml" Id="R23973f5aca8245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7.xml" Id="Rb86c27ab354d4d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8.xml" Id="R6cc744eded4445d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9.xml" Id="Rec630a57aa9141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0.xml" Id="R641c2912d1334b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1.xml" Id="Rda640ce976bf4e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2.xml" Id="R5e330030cabb4b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3.xml" Id="R9170e362d6374b4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4.xml" Id="R0dd2a094056647e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02c909f41644a1" /><Relationship Type="http://schemas.openxmlformats.org/officeDocument/2006/relationships/customXml" Target="/ppt/customXML/item15.xml" Id="Rbf36aae1dc3a45a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17.xml" Id="Reaea7f2d2f854bf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18.xml" Id="Rd437b6fc9ff642b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19.xml" Id="R0a601598c6464ac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0.xml" Id="Ref2049ac9028408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1.xml" Id="R800545b27a9f4d8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2.xml" Id="Rf9635858d03a417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3.xml" Id="Rbba48954d2f241a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4.xml" Id="R449b058cdc4b43a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5.xml" Id="Re9088419daf4437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6.xml" Id="Rc8de6bd1f46f4e6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7e0fceeff4a01" /><Relationship Type="http://schemas.openxmlformats.org/officeDocument/2006/relationships/customXml" Target="/ppt/customXML/item27.xml" Id="R1f29bfe5e72c4700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D7D18F-C904-A31A-3E3A-3F7A09E3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A81A43-B2A1-B144-0F76-5F094199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BEAF6A-0078-F006-3B1F-630D6868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D250EBB-AFDD-4AEE-BFAF-DA643B7B9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1D8D83C-4DE5-F610-9DAB-D5109590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117926-F806-4E1B-8668-B2326B1B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af61d4548a1848ae"/>
    </p:custDataLst>
    <p:extLst>
      <p:ext uri="{BB962C8B-B14F-4D97-AF65-F5344CB8AC3E}">
        <p14:creationId xmlns:p14="http://schemas.microsoft.com/office/powerpoint/2010/main" val="996274766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20F9-900F-CAF1-F0F7-7164A002F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76837-D2DA-4D2A-82F0-E44F164AC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A5E80-1220-B9B6-7AFC-860497D0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8E29-886A-0A9D-A707-A651B8FF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731EE-11D7-4EC1-2E17-FDBF363D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483088bc44dd4ada"/>
    </p:custDataLst>
    <p:extLst>
      <p:ext uri="{BB962C8B-B14F-4D97-AF65-F5344CB8AC3E}">
        <p14:creationId xmlns:p14="http://schemas.microsoft.com/office/powerpoint/2010/main" val="242928702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20F9-900F-CAF1-F0F7-7164A002F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76837-D2DA-4D2A-82F0-E44F164AC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A5E80-1220-B9B6-7AFC-860497D0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8E29-886A-0A9D-A707-A651B8FF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731EE-11D7-4EC1-2E17-FDBF363D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6b1915c4eddd402a"/>
    </p:custDataLst>
    <p:extLst>
      <p:ext uri="{BB962C8B-B14F-4D97-AF65-F5344CB8AC3E}">
        <p14:creationId xmlns:p14="http://schemas.microsoft.com/office/powerpoint/2010/main" val="4147630167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EB91-1E35-1A4B-384B-E11CDCF73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A2CDD-1896-6A8E-9F3F-A4529D81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0E3A3-F696-D19F-31F3-04C6EDEA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4D40F-9C5F-33BA-6576-E79E5F21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A7CF-B26C-CEE5-BD8E-C8DA0B8C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23973f5aca8245f9"/>
    </p:custDataLst>
    <p:extLst>
      <p:ext uri="{BB962C8B-B14F-4D97-AF65-F5344CB8AC3E}">
        <p14:creationId xmlns:p14="http://schemas.microsoft.com/office/powerpoint/2010/main" val="234820556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3F14-9B9F-F479-4AD4-93BF1B04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FE617-0B41-2F63-8415-E8D9377BB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FD47-2A15-9275-56A7-5F5C0061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225E9-7DA9-B95D-8972-514465D8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48254-7F22-0A37-8798-4811E4B3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b86c27ab354d4d03"/>
    </p:custDataLst>
    <p:extLst>
      <p:ext uri="{BB962C8B-B14F-4D97-AF65-F5344CB8AC3E}">
        <p14:creationId xmlns:p14="http://schemas.microsoft.com/office/powerpoint/2010/main" val="1788841792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30C3-027B-3E13-532C-635BD8DE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1F6E2-5EF2-75E0-A678-0CB92C389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06297-FDDE-A083-C6FC-F5481011A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B9475-F75D-1C18-0DFC-BC12AF80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D0DD0-B720-AD47-2E69-0D3CE5CD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5B5D7-826C-2622-B4FD-799C9DE9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6cc744eded4445d3"/>
    </p:custDataLst>
    <p:extLst>
      <p:ext uri="{BB962C8B-B14F-4D97-AF65-F5344CB8AC3E}">
        <p14:creationId xmlns:p14="http://schemas.microsoft.com/office/powerpoint/2010/main" val="1223604190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D701-4A76-25B7-F2F2-87B8B31D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11546-AA1A-2C84-D5D9-11B11CB6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69C1D-7A74-6633-C215-42C336F1E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4DCD9-C959-875E-3401-C5876562F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C24D8-AAF8-47D9-F7DB-D9D38EA42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54CAF-1A6A-FB56-570A-14B099C4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49BFA-24F6-A326-2F1E-16D90113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0486E-B1FA-F28F-FF75-03438134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ec630a57aa91419b"/>
    </p:custDataLst>
    <p:extLst>
      <p:ext uri="{BB962C8B-B14F-4D97-AF65-F5344CB8AC3E}">
        <p14:creationId xmlns:p14="http://schemas.microsoft.com/office/powerpoint/2010/main" val="198128194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AF1F-CB63-5154-0BAC-2B1DC4DC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56698-AC3E-6D95-A405-5D8154B1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B943-52D3-89CA-4BBA-B15CBD12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E1389-C38B-2A10-3041-A11A8BF1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641c2912d1334bbf"/>
    </p:custDataLst>
    <p:extLst>
      <p:ext uri="{BB962C8B-B14F-4D97-AF65-F5344CB8AC3E}">
        <p14:creationId xmlns:p14="http://schemas.microsoft.com/office/powerpoint/2010/main" val="3767839100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24BF2-AA8C-910E-A832-73C5DB06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C6BA5-40A6-8E6F-A410-70EB860BA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B5329-CA58-F193-BA21-44552183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da640ce976bf4ee6"/>
    </p:custDataLst>
    <p:extLst>
      <p:ext uri="{BB962C8B-B14F-4D97-AF65-F5344CB8AC3E}">
        <p14:creationId xmlns:p14="http://schemas.microsoft.com/office/powerpoint/2010/main" val="205379797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3CB3-8099-55A5-4AC4-18AC3F6B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0CFCB-C1E7-4F5B-A13D-60BAB91D0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7C35-2B28-EEF0-B587-C79A3A717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52DDA-FA16-01D0-20FB-813587CF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EE5B4-B2B0-CB67-4E95-15F30947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D42A3-8880-BA89-8A1F-5C206D1B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5e330030cabb4b36"/>
    </p:custDataLst>
    <p:extLst>
      <p:ext uri="{BB962C8B-B14F-4D97-AF65-F5344CB8AC3E}">
        <p14:creationId xmlns:p14="http://schemas.microsoft.com/office/powerpoint/2010/main" val="1684960127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06B9-9D23-6D23-909C-C43D108D4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940B7-1D46-4C9D-A905-6B1399717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107AD-40D1-B625-69AF-50F233F6E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DA81-1596-74F9-5E96-C1FF1E0C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64496-1540-D1F8-1C84-F4E95B5E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28B26-AE64-7114-A468-62CF0861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9170e362d6374b4a"/>
    </p:custDataLst>
    <p:extLst>
      <p:ext uri="{BB962C8B-B14F-4D97-AF65-F5344CB8AC3E}">
        <p14:creationId xmlns:p14="http://schemas.microsoft.com/office/powerpoint/2010/main" val="405720667"/>
      </p:ext>
    </p:extLst>
  </p:cSld>
  <p:clrMapOvr>
    <a:masterClrMapping/>
  </p:clrMapOvr>
</p:sldLayout>
</file>

<file path=ppt/slideLayouts/slideLayout1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00F1-2425-37DB-E8BA-89FBB899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99D59-3551-3C83-4CD6-6EAF60000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21C6-E40A-EFDE-BD05-70D2C251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1F3C-A5C6-FC72-5C99-E26E6CE8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F867F-00F4-EE47-B455-81460E48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0dd2a094056647e8"/>
    </p:custDataLst>
    <p:extLst>
      <p:ext uri="{BB962C8B-B14F-4D97-AF65-F5344CB8AC3E}">
        <p14:creationId xmlns:p14="http://schemas.microsoft.com/office/powerpoint/2010/main" val="722142889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F0C0F-A9CC-6369-E6D0-5368B3D0C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475D4-AE58-5A36-DBCC-1123C5362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235C-05BC-08CA-1625-6E44547C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C2D2D-8CFB-A7A0-5EA0-95FE6632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7842-718F-74D9-E976-569E9C1E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bf36aae1dc3a45af"/>
    </p:custDataLst>
    <p:extLst>
      <p:ext uri="{BB962C8B-B14F-4D97-AF65-F5344CB8AC3E}">
        <p14:creationId xmlns:p14="http://schemas.microsoft.com/office/powerpoint/2010/main" val="1843002824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395B-C2F5-4255-6543-B283F7AA3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1E2C-F8ED-A784-F29D-50F457E04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3C1B-989C-D8C2-1FFF-0EBDE0F8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8378B-1028-C25B-6614-BFD61B60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1A49B-0ADC-872C-A6E1-F29B4D63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eaea7f2d2f854bf2"/>
    </p:custDataLst>
    <p:extLst>
      <p:ext uri="{BB962C8B-B14F-4D97-AF65-F5344CB8AC3E}">
        <p14:creationId xmlns:p14="http://schemas.microsoft.com/office/powerpoint/2010/main" val="3688437310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7040-332A-6922-504F-FADA2B98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9A7A-B294-5AB2-125C-19219ECE9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ABD4A-7099-2DA0-3E82-0538D880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C58B3-4E4E-A61E-E9A0-56856ABD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F772-8D5F-2608-50D3-39B7FB4B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d437b6fc9ff642bc"/>
    </p:custDataLst>
    <p:extLst>
      <p:ext uri="{BB962C8B-B14F-4D97-AF65-F5344CB8AC3E}">
        <p14:creationId xmlns:p14="http://schemas.microsoft.com/office/powerpoint/2010/main" val="422306065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C1C6-384F-BAFD-A1DD-1DA4904A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8862-673F-D426-EBEB-1BAEDC72C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79833-3A76-920C-BB89-16AA4EB7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48308-8305-C1DE-3967-14E97C7E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C0FF1-5530-F060-B562-23E273E0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0a601598c6464acd"/>
    </p:custDataLst>
    <p:extLst>
      <p:ext uri="{BB962C8B-B14F-4D97-AF65-F5344CB8AC3E}">
        <p14:creationId xmlns:p14="http://schemas.microsoft.com/office/powerpoint/2010/main" val="359660341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D56B-42D1-BCCA-C603-8FC2B547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99B5-7E4A-8761-F275-41BD1510B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93C4A-9BD9-A128-E49B-14B966395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C6A65-3995-97FF-179D-1DF1E3F7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7B471-3081-96D1-F101-1209238A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D086E-34C9-46B1-F7D7-E99BEF7A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ef2049ac90284086"/>
    </p:custDataLst>
    <p:extLst>
      <p:ext uri="{BB962C8B-B14F-4D97-AF65-F5344CB8AC3E}">
        <p14:creationId xmlns:p14="http://schemas.microsoft.com/office/powerpoint/2010/main" val="116403157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D6A-DD5D-A041-2EFE-73AB76C7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B0202-C215-4F2D-E652-93F4E4D7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19188-7358-B8F6-572A-6CD85E629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77A7E-CA6C-3EFB-4419-F1E54E926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266DD-8A24-5310-0B93-700B338AB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1A71D-4639-0F8A-52D1-0D373628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6C79B-A318-9543-5208-CA257CFC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CB8D4-808D-019A-7340-5C2BF480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800545b27a9f4d89"/>
    </p:custDataLst>
    <p:extLst>
      <p:ext uri="{BB962C8B-B14F-4D97-AF65-F5344CB8AC3E}">
        <p14:creationId xmlns:p14="http://schemas.microsoft.com/office/powerpoint/2010/main" val="1341086544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80C9-4CAF-99AB-6E72-3C87116A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20609-9364-207D-4DA4-86D512ED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545EC-1897-C48E-A353-CB21384E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8D504-5804-B121-F2C7-67D642A0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f9635858d03a417b"/>
    </p:custDataLst>
    <p:extLst>
      <p:ext uri="{BB962C8B-B14F-4D97-AF65-F5344CB8AC3E}">
        <p14:creationId xmlns:p14="http://schemas.microsoft.com/office/powerpoint/2010/main" val="3979643587"/>
      </p:ext>
    </p:extLst>
  </p:cSld>
  <p:clrMapOvr>
    <a:masterClrMapping/>
  </p:clrMapOvr>
</p:sldLayout>
</file>

<file path=ppt/slideLayouts/slideLayout2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87531-2478-3477-DE5A-24CDC46F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BAE99-FD48-D47E-4F45-D042F8C8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36EBB-B13E-9980-08AA-59375A2D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bba48954d2f241a7"/>
    </p:custDataLst>
    <p:extLst>
      <p:ext uri="{BB962C8B-B14F-4D97-AF65-F5344CB8AC3E}">
        <p14:creationId xmlns:p14="http://schemas.microsoft.com/office/powerpoint/2010/main" val="1514021964"/>
      </p:ext>
    </p:extLst>
  </p:cSld>
  <p:clrMapOvr>
    <a:masterClrMapping/>
  </p:clrMapOvr>
</p:sldLayout>
</file>

<file path=ppt/slideLayouts/slideLayout2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49A6-C635-2B62-12D4-4DF67F4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B5611-0EC5-3287-BC04-FE7B8433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B89B6-71B0-95D3-EEAD-9E5860F2D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982C7-8BFB-1D75-F70D-0EA20D80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335F3-73C9-32E4-072F-54E8EA03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09590-AC1F-80C5-6F85-D9AA400F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449b058cdc4b43aa"/>
    </p:custDataLst>
    <p:extLst>
      <p:ext uri="{BB962C8B-B14F-4D97-AF65-F5344CB8AC3E}">
        <p14:creationId xmlns:p14="http://schemas.microsoft.com/office/powerpoint/2010/main" val="1253928901"/>
      </p:ext>
    </p:extLst>
  </p:cSld>
  <p:clrMapOvr>
    <a:masterClrMapping/>
  </p:clrMapOvr>
</p:sldLayout>
</file>

<file path=ppt/slideLayouts/slideLayout2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EC4D-1516-0994-E55B-1E31FA11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7C5CE-3E3D-244F-0B4A-357C520B7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80299-FDA5-1669-BBA9-B94E840B3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34106-F8F9-D169-69CF-9858010C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DD9DD-1343-9477-C0B4-9F13450E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2953D-E48D-0F13-4C74-8194EC9E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e9088419daf4437d"/>
    </p:custDataLst>
    <p:extLst>
      <p:ext uri="{BB962C8B-B14F-4D97-AF65-F5344CB8AC3E}">
        <p14:creationId xmlns:p14="http://schemas.microsoft.com/office/powerpoint/2010/main" val="1619908939"/>
      </p:ext>
    </p:extLst>
  </p:cSld>
  <p:clrMapOvr>
    <a:masterClrMapping/>
  </p:clrMapOvr>
</p:sldLayout>
</file>

<file path=ppt/slideLayouts/slideLayout2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23D4-F207-6FFB-F41D-0F09F856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FC591-CED9-A4C1-EB40-D5AB477D5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D8F8-D418-AF79-70A9-FE912C11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4CDE-D1B1-5AB3-8151-497FF2CC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16B3B-8E81-B929-550E-B028AF68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c8de6bd1f46f4e6f"/>
    </p:custDataLst>
    <p:extLst>
      <p:ext uri="{BB962C8B-B14F-4D97-AF65-F5344CB8AC3E}">
        <p14:creationId xmlns:p14="http://schemas.microsoft.com/office/powerpoint/2010/main" val="1215165495"/>
      </p:ext>
    </p:extLst>
  </p:cSld>
  <p:clrMapOvr>
    <a:masterClrMapping/>
  </p:clrMapOvr>
</p:sldLayout>
</file>

<file path=ppt/slideLayouts/slideLayout2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323CF-E30F-EDA7-2C0E-CA9C7F16A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5CB7-C985-63CB-2A75-B18506AB8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3B71B-BAF7-36BA-F1C2-6A14E74F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FAA90-3C45-71FF-8451-327E9437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6ECE-0505-1D65-87E4-C2FD5526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1f29bfe5e72c4700"/>
    </p:custDataLst>
    <p:extLst>
      <p:ext uri="{BB962C8B-B14F-4D97-AF65-F5344CB8AC3E}">
        <p14:creationId xmlns:p14="http://schemas.microsoft.com/office/powerpoint/2010/main" val="199049254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9186c41b84ba6" /><Relationship Type="http://schemas.openxmlformats.org/officeDocument/2006/relationships/slideLayout" Target="/ppt/slideLayouts/slideLayout1.xml" Id="R6ea3d514677c4579" /><Relationship Type="http://schemas.openxmlformats.org/officeDocument/2006/relationships/slideLayout" Target="/ppt/slideLayouts/slideLayout2.xml" Id="R3f38998d807347fb" /><Relationship Type="http://schemas.openxmlformats.org/officeDocument/2006/relationships/customXml" Target="/ppt/customXML/item4.xml" Id="R29adf756c0a44eb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1f40e0e5a754fca" /><Relationship Type="http://schemas.openxmlformats.org/officeDocument/2006/relationships/slideLayout" Target="/ppt/slideLayouts/slideLayout3.xml" Id="R56d89e2900464701" /><Relationship Type="http://schemas.openxmlformats.org/officeDocument/2006/relationships/slideLayout" Target="/ppt/slideLayouts/slideLayout4.xml" Id="R4e3781febef54a15" /><Relationship Type="http://schemas.openxmlformats.org/officeDocument/2006/relationships/slideLayout" Target="/ppt/slideLayouts/slideLayout5.xml" Id="R28d229dabba24e5f" /><Relationship Type="http://schemas.openxmlformats.org/officeDocument/2006/relationships/slideLayout" Target="/ppt/slideLayouts/slideLayout6.xml" Id="Refa7d2d5ac604e41" /><Relationship Type="http://schemas.openxmlformats.org/officeDocument/2006/relationships/slideLayout" Target="/ppt/slideLayouts/slideLayout7.xml" Id="R02a9372270b3426b" /><Relationship Type="http://schemas.openxmlformats.org/officeDocument/2006/relationships/slideLayout" Target="/ppt/slideLayouts/slideLayout8.xml" Id="R7230fd02188b402f" /><Relationship Type="http://schemas.openxmlformats.org/officeDocument/2006/relationships/slideLayout" Target="/ppt/slideLayouts/slideLayout9.xml" Id="Rea4c6d30ed4644b1" /><Relationship Type="http://schemas.openxmlformats.org/officeDocument/2006/relationships/slideLayout" Target="/ppt/slideLayouts/slideLayout10.xml" Id="R9d7d65c32e4e4dce" /><Relationship Type="http://schemas.openxmlformats.org/officeDocument/2006/relationships/slideLayout" Target="/ppt/slideLayouts/slideLayout11.xml" Id="R12d95adaecac4e69" /><Relationship Type="http://schemas.openxmlformats.org/officeDocument/2006/relationships/slideLayout" Target="/ppt/slideLayouts/slideLayout12.xml" Id="R70efda552d694198" /><Relationship Type="http://schemas.openxmlformats.org/officeDocument/2006/relationships/slideLayout" Target="/ppt/slideLayouts/slideLayout13.xml" Id="Rf7e15addae01441b" /><Relationship Type="http://schemas.openxmlformats.org/officeDocument/2006/relationships/customXml" Target="/ppt/customXML/item16.xml" Id="Rbf233afa55d04b5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14bafc687f545e6" /><Relationship Type="http://schemas.openxmlformats.org/officeDocument/2006/relationships/slideLayout" Target="/ppt/slideLayouts/slideLayout14.xml" Id="R7c83c588c39d4f27" /><Relationship Type="http://schemas.openxmlformats.org/officeDocument/2006/relationships/slideLayout" Target="/ppt/slideLayouts/slideLayout15.xml" Id="R8453cfad94b24ae4" /><Relationship Type="http://schemas.openxmlformats.org/officeDocument/2006/relationships/slideLayout" Target="/ppt/slideLayouts/slideLayout16.xml" Id="Re943e306a4364b82" /><Relationship Type="http://schemas.openxmlformats.org/officeDocument/2006/relationships/slideLayout" Target="/ppt/slideLayouts/slideLayout17.xml" Id="Rb56ca8b831ed4468" /><Relationship Type="http://schemas.openxmlformats.org/officeDocument/2006/relationships/slideLayout" Target="/ppt/slideLayouts/slideLayout18.xml" Id="Re333de6864b840b3" /><Relationship Type="http://schemas.openxmlformats.org/officeDocument/2006/relationships/slideLayout" Target="/ppt/slideLayouts/slideLayout19.xml" Id="R6de9dc204a4045fb" /><Relationship Type="http://schemas.openxmlformats.org/officeDocument/2006/relationships/slideLayout" Target="/ppt/slideLayouts/slideLayout20.xml" Id="R03c02aa4f39c4247" /><Relationship Type="http://schemas.openxmlformats.org/officeDocument/2006/relationships/slideLayout" Target="/ppt/slideLayouts/slideLayout21.xml" Id="R34b6fa79f0634617" /><Relationship Type="http://schemas.openxmlformats.org/officeDocument/2006/relationships/slideLayout" Target="/ppt/slideLayouts/slideLayout22.xml" Id="Ra7b32f7225414a38" /><Relationship Type="http://schemas.openxmlformats.org/officeDocument/2006/relationships/slideLayout" Target="/ppt/slideLayouts/slideLayout23.xml" Id="Rb3a46f3255ef41bb" /><Relationship Type="http://schemas.openxmlformats.org/officeDocument/2006/relationships/slideLayout" Target="/ppt/slideLayouts/slideLayout24.xml" Id="R9d5f6661591e4583" /><Relationship Type="http://schemas.openxmlformats.org/officeDocument/2006/relationships/customXml" Target="/ppt/customXML/item28.xml" Id="Rd3acb8b3763e4ab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10AA-24BF-47E6-11BB-A107EA8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1A8EEDD-3817-B9E8-95C6-F1E3C30D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7B453E5-9DB2-04E2-4011-584767A61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50EBB-AFDD-4AEE-BFAF-DA643B7B9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B9875BC-D5CC-AF68-8537-E2D2D20CB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2381C1A-3108-BA9B-D802-5D4CAE39A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29adf756c0a44eb2"/>
    </p:custDataLst>
    <p:extLst>
      <p:ext uri="{BB962C8B-B14F-4D97-AF65-F5344CB8AC3E}">
        <p14:creationId xmlns:p14="http://schemas.microsoft.com/office/powerpoint/2010/main" val="111969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6ea3d514677c4579"/>
    <p:sldLayoutId id="2147483649" r:id="R3f38998d807347fb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CC22-E231-B57A-3993-98EB27E1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F2C19-208B-A09B-2669-BB2B64562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A012-40FF-3D0C-5EDC-6E70196BE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2D0E0-02F0-3885-A759-B27214A2D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A45F-CCE6-7171-4F39-380AF3A49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>
      <p:custData r:id="Rbf233afa55d04b53"/>
    </p:custDataLst>
    <p:extLst>
      <p:ext uri="{BB962C8B-B14F-4D97-AF65-F5344CB8AC3E}">
        <p14:creationId xmlns:p14="http://schemas.microsoft.com/office/powerpoint/2010/main" val="307520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56d89e2900464701"/>
    <p:sldLayoutId id="2147483652" r:id="R4e3781febef54a15"/>
    <p:sldLayoutId id="2147483653" r:id="R28d229dabba24e5f"/>
    <p:sldLayoutId id="2147483654" r:id="Refa7d2d5ac604e41"/>
    <p:sldLayoutId id="2147483655" r:id="R02a9372270b3426b"/>
    <p:sldLayoutId id="2147483656" r:id="R7230fd02188b402f"/>
    <p:sldLayoutId id="2147483657" r:id="Rea4c6d30ed4644b1"/>
    <p:sldLayoutId id="2147483658" r:id="R9d7d65c32e4e4dce"/>
    <p:sldLayoutId id="2147483659" r:id="R12d95adaecac4e69"/>
    <p:sldLayoutId id="2147483660" r:id="R70efda552d694198"/>
    <p:sldLayoutId id="2147483661" r:id="Rf7e15addae01441b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A1B42-0E6E-D387-A140-9CD4C5FE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10AA-24BF-47E6-11BB-A107EA8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7B16-C7CB-D140-76B2-D8B721202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A4C7-81CD-46AB-F339-BA956891E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E21F-903F-890C-3F2F-BB6F8EDFE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>
      <p:custData r:id="Rd3acb8b3763e4ab9"/>
    </p:custDataLst>
    <p:extLst>
      <p:ext uri="{BB962C8B-B14F-4D97-AF65-F5344CB8AC3E}">
        <p14:creationId xmlns:p14="http://schemas.microsoft.com/office/powerpoint/2010/main" val="26122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7c83c588c39d4f27"/>
    <p:sldLayoutId id="2147483664" r:id="R8453cfad94b24ae4"/>
    <p:sldLayoutId id="2147483665" r:id="Re943e306a4364b82"/>
    <p:sldLayoutId id="2147483666" r:id="Rb56ca8b831ed4468"/>
    <p:sldLayoutId id="2147483667" r:id="Re333de6864b840b3"/>
    <p:sldLayoutId id="2147483668" r:id="R6de9dc204a4045fb"/>
    <p:sldLayoutId id="2147483669" r:id="R03c02aa4f39c4247"/>
    <p:sldLayoutId id="2147483670" r:id="R34b6fa79f0634617"/>
    <p:sldLayoutId id="2147483671" r:id="Ra7b32f7225414a38"/>
    <p:sldLayoutId id="2147483672" r:id="Rb3a46f3255ef41bb"/>
    <p:sldLayoutId id="2147483673" r:id="R9d5f6661591e458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thm15="http://schemas.microsoft.com/office/thememl/2012/main" xmlns:a="http://schemas.openxmlformats.org/drawingml/2006/main" name="cb81c2a9-2b89-4e54-aa9e-30a6f0784c29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b81c2a9-2b89-4e54-aa9e-30a6f0784c29" id="{4D27795B-751F-4351-A52D-BABA5096CC52}" vid="{FB74CDE1-35D1-4555-A37C-078C541B5712}"/>
    </a:ext>
  </a:extLst>
</a:theme>
</file>

<file path=ppt/slideMasters/theme/theme3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Masters/theme/theme4.xml><?xml version="1.0" encoding="utf-8"?>
<a:theme xmlns:thm15="http://schemas.microsoft.com/office/thememl/2012/main" xmlns:a="http://schemas.openxmlformats.org/drawingml/2006/main" name="Office Theme_710eb9a35e6c410e99a436d38618a6c5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9b70afa2854a94" /><Relationship Type="http://schemas.openxmlformats.org/officeDocument/2006/relationships/notesSlide" Target="/ppt/notesSlides/notesSlide1.xml" Id="Ra19eb6402c824a6b" /><Relationship Type="http://schemas.openxmlformats.org/officeDocument/2006/relationships/customXml" Target="/ppt/customXML/item29.xml" Id="R7810d873a9664e13" /><Relationship Type="http://schemas.openxmlformats.org/officeDocument/2006/relationships/customXml" Target="/ppt/customXML/item30.xml" Id="R9660844ec73e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c9fc52e55a243ea" /><Relationship Type="http://schemas.openxmlformats.org/officeDocument/2006/relationships/notesSlide" Target="/ppt/notesSlides/notesSlide2.xml" Id="R82bff8e0370741c1" /><Relationship Type="http://schemas.openxmlformats.org/officeDocument/2006/relationships/customXml" Target="/ppt/customXML/item31.xml" Id="R7157b7098e0b497c" /><Relationship Type="http://schemas.openxmlformats.org/officeDocument/2006/relationships/customXml" Target="/ppt/customXML/item32.xml" Id="Re9a6577c1a624ad9" /><Relationship Type="http://schemas.openxmlformats.org/officeDocument/2006/relationships/customXml" Target="/ppt/customXML/item33.xml" Id="R956e5869e88146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79906817f2f4d25" /><Relationship Type="http://schemas.openxmlformats.org/officeDocument/2006/relationships/notesSlide" Target="/ppt/notesSlides/notesSlide3.xml" Id="Rafe0bfcdd1b8436e" /><Relationship Type="http://schemas.openxmlformats.org/officeDocument/2006/relationships/customXml" Target="/ppt/customXML/item34.xml" Id="Rd61250f925d648fd" /><Relationship Type="http://schemas.openxmlformats.org/officeDocument/2006/relationships/customXml" Target="/ppt/customXML/item35.xml" Id="R118d2493915b4e77" /><Relationship Type="http://schemas.openxmlformats.org/officeDocument/2006/relationships/customXml" Target="/ppt/customXML/item36.xml" Id="R880edb0894dd43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ee2d6f7d75e40db" /><Relationship Type="http://schemas.openxmlformats.org/officeDocument/2006/relationships/notesSlide" Target="/ppt/notesSlides/notesSlide4.xml" Id="R0bdc1558dfef4c7b" /><Relationship Type="http://schemas.openxmlformats.org/officeDocument/2006/relationships/customXml" Target="/ppt/customXML/item37.xml" Id="Rc36ab3c90b93497c" /><Relationship Type="http://schemas.openxmlformats.org/officeDocument/2006/relationships/customXml" Target="/ppt/customXML/item38.xml" Id="Re0a07f74c2ae463d" /><Relationship Type="http://schemas.openxmlformats.org/officeDocument/2006/relationships/customXml" Target="/ppt/customXML/item39.xml" Id="Rba381162645e41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fdb7bd8d3f845d3" /><Relationship Type="http://schemas.openxmlformats.org/officeDocument/2006/relationships/notesSlide" Target="/ppt/notesSlides/notesSlide5.xml" Id="R42cad176e3494ab9" /><Relationship Type="http://schemas.openxmlformats.org/officeDocument/2006/relationships/customXml" Target="/ppt/customXML/item40.xml" Id="R2828a122f9c146c1" /><Relationship Type="http://schemas.openxmlformats.org/officeDocument/2006/relationships/customXml" Target="/ppt/customXML/item41.xml" Id="R47c018b3acb24393" /><Relationship Type="http://schemas.openxmlformats.org/officeDocument/2006/relationships/customXml" Target="/ppt/customXML/item42.xml" Id="Rc32aa547fa07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805c3bee2bb4c46" /><Relationship Type="http://schemas.openxmlformats.org/officeDocument/2006/relationships/notesSlide" Target="/ppt/notesSlides/notesSlide6.xml" Id="R201af043373f47b9" /><Relationship Type="http://schemas.openxmlformats.org/officeDocument/2006/relationships/customXml" Target="/ppt/customXML/item43.xml" Id="R65c7f0b7748141b5" /><Relationship Type="http://schemas.openxmlformats.org/officeDocument/2006/relationships/customXml" Target="/ppt/customXML/item44.xml" Id="R24f116fe0dc24a25" /><Relationship Type="http://schemas.openxmlformats.org/officeDocument/2006/relationships/customXml" Target="/ppt/customXML/item45.xml" Id="R1aec66a032ed44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3343212564b5b" /><Relationship Type="http://schemas.openxmlformats.org/officeDocument/2006/relationships/customXml" Target="/ppt/customXML/item46.xml" Id="R31fe69f6b38540b8" /><Relationship Type="http://schemas.openxmlformats.org/officeDocument/2006/relationships/image" Target="/ppt/media/image.png" Id="rId5" /><Relationship Type="http://schemas.openxmlformats.org/officeDocument/2006/relationships/notesSlide" Target="/ppt/notesSlides/notesSlide7.xml" Id="R2bf7051e0bea4e06" /><Relationship Type="http://schemas.openxmlformats.org/officeDocument/2006/relationships/customXml" Target="/ppt/customXML/item47.xml" Id="R6ace13ce007a4798" /><Relationship Type="http://schemas.openxmlformats.org/officeDocument/2006/relationships/customXml" Target="/ppt/customXML/item48.xml" Id="R3f1d826265dd494c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e3d9529e-520a-4661-8a02-153d18d0d69c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D583-79F9-5E8D-2916-F603086AC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FA702-305B-527F-E2C1-17684E592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custData r:id="R9660844ec73e47b9"/>
      <p:custData r:id="R7810d873a9664e13"/>
    </p:custDataLst>
    <p:extLst>
      <p:ext uri="{BB962C8B-B14F-4D97-AF65-F5344CB8AC3E}">
        <p14:creationId xmlns:p14="http://schemas.microsoft.com/office/powerpoint/2010/main" val="1555774024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0aeb8151-4c0c-4cd2-818d-a3cb34d5773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79E489-FA1F-6154-EA2F-B9800E7EC405}"/>
              </a:ext>
            </a:extLst>
          </p:cNvPr>
          <p:cNvSpPr/>
          <p:nvPr/>
        </p:nvSpPr>
        <p:spPr>
          <a:xfrm>
            <a:off x="5073925" y="2967335"/>
            <a:ext cx="2044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Slide1</a:t>
            </a:r>
          </a:p>
        </p:txBody>
      </p:sp>
    </p:spTree>
    <p:custDataLst>
      <p:custData r:id="R956e5869e88146a6"/>
      <p:custData r:id="Re9a6577c1a624ad9"/>
      <p:custData r:id="R7157b7098e0b497c"/>
    </p:custDataLst>
    <p:extLst>
      <p:ext uri="{BB962C8B-B14F-4D97-AF65-F5344CB8AC3E}">
        <p14:creationId xmlns:p14="http://schemas.microsoft.com/office/powerpoint/2010/main" val="329052279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96ae63d8-9c72-47ed-b8dd-4a6a92cd552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14E8-CD89-C7C5-00D0-A7755A40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Slide2</a:t>
            </a:r>
          </a:p>
        </p:txBody>
      </p:sp>
    </p:spTree>
    <p:custDataLst>
      <p:custData r:id="R880edb0894dd4373"/>
      <p:custData r:id="R118d2493915b4e77"/>
      <p:custData r:id="Rd61250f925d648fd"/>
    </p:custDataLst>
    <p:extLst>
      <p:ext uri="{BB962C8B-B14F-4D97-AF65-F5344CB8AC3E}">
        <p14:creationId xmlns:p14="http://schemas.microsoft.com/office/powerpoint/2010/main" val="3208146119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297a6aa-3c62-49c5-a727-7e11579bca52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5F7A-4F7B-7932-A364-BE833CB3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Slide3</a:t>
            </a:r>
          </a:p>
        </p:txBody>
      </p:sp>
    </p:spTree>
    <p:custDataLst>
      <p:custData r:id="Rba381162645e4152"/>
      <p:custData r:id="Re0a07f74c2ae463d"/>
      <p:custData r:id="Rc36ab3c90b93497c"/>
    </p:custDataLst>
    <p:extLst>
      <p:ext uri="{BB962C8B-B14F-4D97-AF65-F5344CB8AC3E}">
        <p14:creationId xmlns:p14="http://schemas.microsoft.com/office/powerpoint/2010/main" val="739565815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828d2218-8ec9-4cfd-bb40-46289da54035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19E7-E1D3-7154-5500-39A9B219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Slide4</a:t>
            </a:r>
          </a:p>
        </p:txBody>
      </p:sp>
    </p:spTree>
    <p:custDataLst>
      <p:custData r:id="Rc32aa547fa074c50"/>
      <p:custData r:id="R47c018b3acb24393"/>
      <p:custData r:id="R2828a122f9c146c1"/>
    </p:custDataLst>
    <p:extLst>
      <p:ext uri="{BB962C8B-B14F-4D97-AF65-F5344CB8AC3E}">
        <p14:creationId xmlns:p14="http://schemas.microsoft.com/office/powerpoint/2010/main" val="419631594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f780269-5eaa-4a04-bc88-b00d411749ed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D6C3-6178-885A-2D85-C398B88B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Slide5</a:t>
            </a:r>
          </a:p>
        </p:txBody>
      </p:sp>
    </p:spTree>
    <p:custDataLst>
      <p:custData r:id="R1aec66a032ed44f1"/>
      <p:custData r:id="R24f116fe0dc24a25"/>
      <p:custData r:id="R65c7f0b7748141b5"/>
    </p:custDataLst>
    <p:extLst>
      <p:ext uri="{BB962C8B-B14F-4D97-AF65-F5344CB8AC3E}">
        <p14:creationId xmlns:p14="http://schemas.microsoft.com/office/powerpoint/2010/main" val="2465940473"/>
      </p:ext>
    </p:extLst>
  </p:cSld>
  <p:clrMapOvr>
    <a:masterClrMapping/>
  </p:clrMapOvr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d965fceb-6ac5-4c15-a510-5a5462194199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3f1d826265dd494c"/>
      <p:custData r:id="R6ace13ce007a4798"/>
      <p:custData r:id="R31fe69f6b38540b8"/>
    </p:custDataLst>
    <p:extLst>
      <p:ext uri="{BB962C8B-B14F-4D97-AF65-F5344CB8AC3E}">
        <p14:creationId xmlns:p14="http://schemas.microsoft.com/office/powerpoint/2010/main" val="2405597671"/>
      </p:ext>
    </p:extLst>
  </p:cSld>
  <p:clrMapOvr>
    <a:masterClrMapping/>
  </p:clrMapOvr>
</p:sld>
</file>

<file path=customXML/_rels/item49.xml.rels>&#65279;<?xml version="1.0" encoding="utf-8"?><Relationships xmlns="http://schemas.openxmlformats.org/package/2006/relationships"><Relationship Type="http://schemas.openxmlformats.org/officeDocument/2006/relationships/customXmlProps" Target="/customXML/itemProps49.xml" Id="Raf3a36ce6e404b75" /></Relationships>
</file>

<file path=customXML/_rels/item50.xml.rels>&#65279;<?xml version="1.0" encoding="utf-8"?><Relationships xmlns="http://schemas.openxmlformats.org/package/2006/relationships"><Relationship Type="http://schemas.openxmlformats.org/officeDocument/2006/relationships/customXmlProps" Target="/customXML/itemProps50.xml" Id="Rf690289ebefe4a7f" /></Relationships>
</file>

<file path=customXML/_rels/item51.xml.rels>&#65279;<?xml version="1.0" encoding="utf-8"?><Relationships xmlns="http://schemas.openxmlformats.org/package/2006/relationships"><Relationship Type="http://schemas.openxmlformats.org/officeDocument/2006/relationships/customXmlProps" Target="/customXML/itemProps51.xml" Id="Rb0fce680d6ef466f" /></Relationships>
</file>

<file path=customXML/_rels/item52.xml.rels>&#65279;<?xml version="1.0" encoding="utf-8"?><Relationships xmlns="http://schemas.openxmlformats.org/package/2006/relationships"><Relationship Type="http://schemas.openxmlformats.org/officeDocument/2006/relationships/customXmlProps" Target="/customXML/itemProps52.xml" Id="R04ca41c3224a4b3a" /></Relationships>
</file>

<file path=customXML/_rels/item53.xml.rels>&#65279;<?xml version="1.0" encoding="utf-8"?><Relationships xmlns="http://schemas.openxmlformats.org/package/2006/relationships"><Relationship Type="http://schemas.openxmlformats.org/officeDocument/2006/relationships/customXmlProps" Target="/customXML/itemProps53.xml" Id="R6c8e827e101c440f" /></Relationships>
</file>

<file path=customXML/_rels/item54.xml.rels>&#65279;<?xml version="1.0" encoding="utf-8"?><Relationships xmlns="http://schemas.openxmlformats.org/package/2006/relationships"><Relationship Type="http://schemas.openxmlformats.org/officeDocument/2006/relationships/customXmlProps" Target="/customXML/itemProps54.xml" Id="Rb03720f247b545b1" /></Relationships>
</file>

<file path=customXML/_rels/item55.xml.rels>&#65279;<?xml version="1.0" encoding="utf-8"?><Relationships xmlns="http://schemas.openxmlformats.org/package/2006/relationships"><Relationship Type="http://schemas.openxmlformats.org/officeDocument/2006/relationships/customXmlProps" Target="/customXML/itemProps55.xml" Id="R4dcf7e3bcb6c4442" /></Relationships>
</file>

<file path=customXML/_rels/item56.xml.rels>&#65279;<?xml version="1.0" encoding="utf-8"?><Relationships xmlns="http://schemas.openxmlformats.org/package/2006/relationships"><Relationship Type="http://schemas.openxmlformats.org/officeDocument/2006/relationships/customXmlProps" Target="/customXML/itemProps56.xml" Id="R26a8577ed5b2402c" /></Relationships>
</file>

<file path=customXML/_rels/item57.xml.rels>&#65279;<?xml version="1.0" encoding="utf-8"?><Relationships xmlns="http://schemas.openxmlformats.org/package/2006/relationships"><Relationship Type="http://schemas.openxmlformats.org/officeDocument/2006/relationships/customXmlProps" Target="/customXML/itemProps57.xml" Id="R7733585afa584b5c" /></Relationships>
</file>

<file path=customXML/_rels/item58.xml.rels>&#65279;<?xml version="1.0" encoding="utf-8"?><Relationships xmlns="http://schemas.openxmlformats.org/package/2006/relationships"><Relationship Type="http://schemas.openxmlformats.org/officeDocument/2006/relationships/customXmlProps" Target="/customXML/itemProps58.xml" Id="Rade99e3145c84d7e" /></Relationships>
</file>

<file path=customXML/_rels/item59.xml.rels>&#65279;<?xml version="1.0" encoding="utf-8"?><Relationships xmlns="http://schemas.openxmlformats.org/package/2006/relationships"><Relationship Type="http://schemas.openxmlformats.org/officeDocument/2006/relationships/customXmlProps" Target="/customXML/itemProps59.xml" Id="R287cd477a4f74e22" /></Relationships>
</file>

<file path=customXML/_rels/item60.xml.rels>&#65279;<?xml version="1.0" encoding="utf-8"?><Relationships xmlns="http://schemas.openxmlformats.org/package/2006/relationships"><Relationship Type="http://schemas.openxmlformats.org/officeDocument/2006/relationships/customXmlProps" Target="/customXML/itemProps60.xml" Id="Rf3af8634de364b9a" /></Relationships>
</file>

<file path=customXML/_rels/item61.xml.rels>&#65279;<?xml version="1.0" encoding="utf-8"?><Relationships xmlns="http://schemas.openxmlformats.org/package/2006/relationships"><Relationship Type="http://schemas.openxmlformats.org/officeDocument/2006/relationships/customXmlProps" Target="/customXML/itemProps61.xml" Id="Rfd9844f9344b43a0" /></Relationships>
</file>

<file path=customXML/_rels/item62.xml.rels>&#65279;<?xml version="1.0" encoding="utf-8"?><Relationships xmlns="http://schemas.openxmlformats.org/package/2006/relationships"><Relationship Type="http://schemas.openxmlformats.org/officeDocument/2006/relationships/customXmlProps" Target="/customXML/itemProps62.xml" Id="Ra66f1761f0884339" /></Relationships>
</file>

<file path=customXML/_rels/item63.xml.rels>&#65279;<?xml version="1.0" encoding="utf-8"?><Relationships xmlns="http://schemas.openxmlformats.org/package/2006/relationships"><Relationship Type="http://schemas.openxmlformats.org/officeDocument/2006/relationships/customXmlProps" Target="/customXML/itemProps63.xml" Id="Re4ff206a5f994e21" /></Relationships>
</file>

<file path=customXML/_rels/item64.xml.rels>&#65279;<?xml version="1.0" encoding="utf-8"?><Relationships xmlns="http://schemas.openxmlformats.org/package/2006/relationships"><Relationship Type="http://schemas.openxmlformats.org/officeDocument/2006/relationships/customXmlProps" Target="/customXML/itemProps64.xml" Id="R6b03232d142643b7" /></Relationships>
</file>

<file path=customXML/_rels/item65.xml.rels>&#65279;<?xml version="1.0" encoding="utf-8"?><Relationships xmlns="http://schemas.openxmlformats.org/package/2006/relationships"><Relationship Type="http://schemas.openxmlformats.org/officeDocument/2006/relationships/customXmlProps" Target="/customXML/itemProps65.xml" Id="R96fccdbb365b4d02" /></Relationships>
</file>

<file path=customXML/_rels/item66.xml.rels>&#65279;<?xml version="1.0" encoding="utf-8"?><Relationships xmlns="http://schemas.openxmlformats.org/package/2006/relationships"><Relationship Type="http://schemas.openxmlformats.org/officeDocument/2006/relationships/customXmlProps" Target="/customXML/itemProps66.xml" Id="R2b8a8d2582a14bd4" /></Relationships>
</file>

<file path=customXML/_rels/item67.xml.rels>&#65279;<?xml version="1.0" encoding="utf-8"?><Relationships xmlns="http://schemas.openxmlformats.org/package/2006/relationships"><Relationship Type="http://schemas.openxmlformats.org/officeDocument/2006/relationships/customXmlProps" Target="/customXML/itemProps67.xml" Id="R0553f60813744540" /></Relationships>
</file>

<file path=customXML/item49.xml><?xml version="1.0" encoding="utf-8"?>
<VariableListDefinition name="AD_HOC" displayName="AD_HOC" id="7e76c9f6-f079-4be1-8ca5-1bfe83cf2c62" isdomainofvalue="False" dataSourceId="d8db7599-83b4-429f-b860-def45c91229a"/>
</file>

<file path=customXML/item50.xml><?xml version="1.0" encoding="utf-8"?>
<VariableList UniqueId="7e76c9f6-f079-4be1-8ca5-1bfe83cf2c62" Name="AD_HOC" ContentType="XML" MajorVersion="0" MinorVersion="1" isLocalCopy="False" IsBaseObject="False" DataSourceId="d8db7599-83b4-429f-b860-def45c91229a" DataSourceMajorVersion="0" DataSourceMinorVersion="1"/>
</file>

<file path=customXML/item51.xml><?xml version="1.0" encoding="utf-8"?>
<DataSourceInfo>
  <Id>d8db7599-83b4-429f-b860-def45c91229a</Id>
  <MajorVersion>0</MajorVersion>
  <MinorVersion>1</MinorVersion>
  <DataSourceType>Ad_Hoc</DataSourceType>
  <Name>AD_HOC</Name>
  <Description/>
  <Filter/>
  <DataFields/>
</DataSourceInfo>
</file>

<file path=customXML/item52.xml><?xml version="1.0" encoding="utf-8"?>
<DataSourceMapping>
  <Id>2ad5864f-517c-4a7e-9cbe-e447b9fdeda1</Id>
  <Name>AD_HOC_MAPPING</Name>
  <TargetDataSource>d8db7599-83b4-429f-b860-def45c91229a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/>
  <DesignTimeProperties/>
</DataSourceMapping>
</file>

<file path=customXML/item53.xml><?xml version="1.0" encoding="utf-8"?>
<SourceDataModel Name="AD_HOC" TargetDataSourceId="d8db7599-83b4-429f-b860-def45c91229a"/>
</file>

<file path=customXML/item54.xml><?xml version="1.0" encoding="utf-8"?>
<VariableListDefinition name="Computed" displayName="Computed" id="619b6870-516b-4c9e-a3b6-40e4949aaaef" isdomainofvalue="False" dataSourceId="70f5a179-b8c9-4e97-803d-50dfa87d14a2"/>
</file>

<file path=customXML/item55.xml><?xml version="1.0" encoding="utf-8"?>
<VariableList UniqueId="619b6870-516b-4c9e-a3b6-40e4949aaaef" Name="Computed" ContentType="XML" MajorVersion="0" MinorVersion="1" isLocalCopy="False" IsBaseObject="False" DataSourceId="70f5a179-b8c9-4e97-803d-50dfa87d14a2" DataSourceMajorVersion="0" DataSourceMinorVersion="1"/>
</file>

<file path=customXML/item56.xml><?xml version="1.0" encoding="utf-8"?>
<DataSourceInfo>
  <Id>70f5a179-b8c9-4e97-803d-50dfa87d14a2</Id>
  <MajorVersion>0</MajorVersion>
  <MinorVersion>1</MinorVersion>
  <DataSourceType>Expression</DataSourceType>
  <Name>Computed</Name>
  <Description/>
  <Filter/>
  <DataFields/>
</DataSourceInfo>
</file>

<file path=customXML/item57.xml><?xml version="1.0" encoding="utf-8"?>
<DataSourceMapping>
  <Id>24dec18a-f6f0-4719-9353-b02bc07f1a0e</Id>
  <Name>EXPRESSION_VARIABLE_MAPPING</Name>
  <TargetDataSource>70f5a179-b8c9-4e97-803d-50dfa87d14a2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58.xml><?xml version="1.0" encoding="utf-8"?>
<SourceDataModel Name="Computed" TargetDataSourceId="70f5a179-b8c9-4e97-803d-50dfa87d14a2"/>
</file>

<file path=customXML/item59.xml><?xml version="1.0" encoding="utf-8"?>
<VariableListDefinition name="System" displayName="System" id="b45da012-363d-4083-aee4-4c88b554084b" isdomainofvalue="False" dataSourceId="85461803-83aa-41ef-90be-c3fab4cc1b79"/>
</file>

<file path=customXML/item60.xml><?xml version="1.0" encoding="utf-8"?>
<VariableList UniqueId="b45da012-363d-4083-aee4-4c88b554084b" Name="System" ContentType="XML" MajorVersion="0" MinorVersion="1" isLocalCopy="False" IsBaseObject="False" DataSourceId="85461803-83aa-41ef-90be-c3fab4cc1b79" DataSourceMajorVersion="0" DataSourceMinorVersion="1"/>
</file>

<file path=customXML/item61.xml><?xml version="1.0" encoding="utf-8"?>
<DataSourceInfo>
  <Id>85461803-83aa-41ef-90be-c3fab4cc1b79</Id>
  <MajorVersion>0</MajorVersion>
  <MinorVersion>1</MinorVersion>
  <DataSourceType>System</DataSourceType>
  <Name>System</Name>
  <Description/>
  <Filter/>
  <DataFields/>
</DataSourceInfo>
</file>

<file path=customXML/item62.xml><?xml version="1.0" encoding="utf-8"?>
<DataSourceMapping>
  <Id>2df952ac-21ab-4972-a0de-ba81a0bc316f</Id>
  <Name>EXPRESSION_VARIABLE_MAPPING</Name>
  <TargetDataSource>85461803-83aa-41ef-90be-c3fab4cc1b79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63.xml><?xml version="1.0" encoding="utf-8"?>
<SourceDataModel Name="System" TargetDataSourceId="85461803-83aa-41ef-90be-c3fab4cc1b79"/>
</file>

<file path=customXML/item64.xml><?xml version="1.0" encoding="utf-8"?>
<VariableListCustXmlRels>
  <VariableListCustXmlRel variableListName="AD_HOC">
    <VariableListDefCustXmlId>{94AE2AD9-B7B8-47F0-B8FF-7287B585C039}</VariableListDefCustXmlId>
    <LibraryMetadataCustXmlId>{EE6860D1-FBCB-4DD6-86D9-2F48ACA70AB1}</LibraryMetadataCustXmlId>
    <DataSourceInfoCustXmlId>{BE8148B6-7B8A-425A-A34B-F6DEC437CAA7}</DataSourceInfoCustXmlId>
    <DataSourceMappingCustXmlId>{E970BF50-4450-42D0-B391-C3EE5634794F}</DataSourceMappingCustXmlId>
    <SdmcCustXmlId>{CC0A4093-82AC-436B-BE7E-0AC19604F6E7}</SdmcCustXmlId>
  </VariableListCustXmlRel>
  <VariableListCustXmlRel variableListName="Computed">
    <VariableListDefCustXmlId>{B379CD01-1D58-4BB8-B2EA-7197ABA29AD3}</VariableListDefCustXmlId>
    <LibraryMetadataCustXmlId>{148EA761-1A29-447E-A32E-13C91AC01732}</LibraryMetadataCustXmlId>
    <DataSourceInfoCustXmlId>{0CEC5F64-D796-47D9-88BF-A9723B832F55}</DataSourceInfoCustXmlId>
    <DataSourceMappingCustXmlId>{F6CA7751-1B47-43B3-BAE2-DA62B5615140}</DataSourceMappingCustXmlId>
    <SdmcCustXmlId>{6E77DD7E-0014-455C-A0C2-745DFEDA7634}</SdmcCustXmlId>
  </VariableListCustXmlRel>
  <VariableListCustXmlRel variableListName="System">
    <VariableListDefCustXmlId>{350A9713-58AE-46D6-8D74-0048ED0F7270}</VariableListDefCustXmlId>
    <LibraryMetadataCustXmlId>{817C8209-BA10-4838-AFE5-7DAAC45C0A55}</LibraryMetadataCustXmlId>
    <DataSourceInfoCustXmlId>{51B4B807-91DF-48FD-8EA9-A694C1B010CC}</DataSourceInfoCustXmlId>
    <DataSourceMappingCustXmlId>{7BEA1040-7246-4364-AA6E-7CC3F482680B}</DataSourceMappingCustXmlId>
    <SdmcCustXmlId>{4D0CE677-1528-4886-AD87-04F762BD3D42}</SdmcCustXmlId>
  </VariableListCustXmlRel>
</VariableListCustXmlRels>
</file>

<file path=customXML/item65.xml><?xml version="1.0" encoding="utf-8"?>
<AllExternalAdhocVariableMappings/>
</file>

<file path=customXML/item66.xml><?xml version="1.0" encoding="utf-8"?>
<TemplateEditing>
  <RootElementId>7251438c-c51e-4858-8f7d-027118591a14</RootElementId>
  <TenantOrigin>qa01eastasia01</TenantOrigin>
  <CID>D074105</CID>
</TemplateEditing>
</file>

<file path=customXML/item67.xml><?xml version="1.0" encoding="utf-8"?>
<Presentation UniqueId="7251438c-c51e-4858-8f7d-027118591a14" MajorVersion="2" MinorVersion="0" CID="D074105"/>
</file>

<file path=customXML/itemProps49.xml><?xml version="1.0" encoding="utf-8"?>
<ds:datastoreItem xmlns:ds="http://schemas.openxmlformats.org/officeDocument/2006/customXml" ds:itemID="{94AE2AD9-B7B8-47F0-B8FF-7287B585C039}">
  <ds:schemaRefs/>
</ds:datastoreItem>
</file>

<file path=customXML/itemProps50.xml><?xml version="1.0" encoding="utf-8"?>
<ds:datastoreItem xmlns:ds="http://schemas.openxmlformats.org/officeDocument/2006/customXml" ds:itemID="{EE6860D1-FBCB-4DD6-86D9-2F48ACA70AB1}">
  <ds:schemaRefs/>
</ds:datastoreItem>
</file>

<file path=customXML/itemProps51.xml><?xml version="1.0" encoding="utf-8"?>
<ds:datastoreItem xmlns:ds="http://schemas.openxmlformats.org/officeDocument/2006/customXml" ds:itemID="{BE8148B6-7B8A-425A-A34B-F6DEC437CAA7}">
  <ds:schemaRefs/>
</ds:datastoreItem>
</file>

<file path=customXML/itemProps52.xml><?xml version="1.0" encoding="utf-8"?>
<ds:datastoreItem xmlns:ds="http://schemas.openxmlformats.org/officeDocument/2006/customXml" ds:itemID="{E970BF50-4450-42D0-B391-C3EE5634794F}">
  <ds:schemaRefs/>
</ds:datastoreItem>
</file>

<file path=customXML/itemProps53.xml><?xml version="1.0" encoding="utf-8"?>
<ds:datastoreItem xmlns:ds="http://schemas.openxmlformats.org/officeDocument/2006/customXml" ds:itemID="{CC0A4093-82AC-436B-BE7E-0AC19604F6E7}">
  <ds:schemaRefs/>
</ds:datastoreItem>
</file>

<file path=customXML/itemProps54.xml><?xml version="1.0" encoding="utf-8"?>
<ds:datastoreItem xmlns:ds="http://schemas.openxmlformats.org/officeDocument/2006/customXml" ds:itemID="{B379CD01-1D58-4BB8-B2EA-7197ABA29AD3}">
  <ds:schemaRefs/>
</ds:datastoreItem>
</file>

<file path=customXML/itemProps55.xml><?xml version="1.0" encoding="utf-8"?>
<ds:datastoreItem xmlns:ds="http://schemas.openxmlformats.org/officeDocument/2006/customXml" ds:itemID="{148EA761-1A29-447E-A32E-13C91AC01732}">
  <ds:schemaRefs/>
</ds:datastoreItem>
</file>

<file path=customXML/itemProps56.xml><?xml version="1.0" encoding="utf-8"?>
<ds:datastoreItem xmlns:ds="http://schemas.openxmlformats.org/officeDocument/2006/customXml" ds:itemID="{0CEC5F64-D796-47D9-88BF-A9723B832F55}">
  <ds:schemaRefs/>
</ds:datastoreItem>
</file>

<file path=customXML/itemProps57.xml><?xml version="1.0" encoding="utf-8"?>
<ds:datastoreItem xmlns:ds="http://schemas.openxmlformats.org/officeDocument/2006/customXml" ds:itemID="{F6CA7751-1B47-43B3-BAE2-DA62B5615140}">
  <ds:schemaRefs/>
</ds:datastoreItem>
</file>

<file path=customXML/itemProps58.xml><?xml version="1.0" encoding="utf-8"?>
<ds:datastoreItem xmlns:ds="http://schemas.openxmlformats.org/officeDocument/2006/customXml" ds:itemID="{6E77DD7E-0014-455C-A0C2-745DFEDA7634}">
  <ds:schemaRefs/>
</ds:datastoreItem>
</file>

<file path=customXML/itemProps59.xml><?xml version="1.0" encoding="utf-8"?>
<ds:datastoreItem xmlns:ds="http://schemas.openxmlformats.org/officeDocument/2006/customXml" ds:itemID="{350A9713-58AE-46D6-8D74-0048ED0F7270}">
  <ds:schemaRefs/>
</ds:datastoreItem>
</file>

<file path=customXML/itemProps60.xml><?xml version="1.0" encoding="utf-8"?>
<ds:datastoreItem xmlns:ds="http://schemas.openxmlformats.org/officeDocument/2006/customXml" ds:itemID="{817C8209-BA10-4838-AFE5-7DAAC45C0A55}">
  <ds:schemaRefs/>
</ds:datastoreItem>
</file>

<file path=customXML/itemProps61.xml><?xml version="1.0" encoding="utf-8"?>
<ds:datastoreItem xmlns:ds="http://schemas.openxmlformats.org/officeDocument/2006/customXml" ds:itemID="{51B4B807-91DF-48FD-8EA9-A694C1B010CC}">
  <ds:schemaRefs/>
</ds:datastoreItem>
</file>

<file path=customXML/itemProps62.xml><?xml version="1.0" encoding="utf-8"?>
<ds:datastoreItem xmlns:ds="http://schemas.openxmlformats.org/officeDocument/2006/customXml" ds:itemID="{7BEA1040-7246-4364-AA6E-7CC3F482680B}">
  <ds:schemaRefs/>
</ds:datastoreItem>
</file>

<file path=customXML/itemProps63.xml><?xml version="1.0" encoding="utf-8"?>
<ds:datastoreItem xmlns:ds="http://schemas.openxmlformats.org/officeDocument/2006/customXml" ds:itemID="{4D0CE677-1528-4886-AD87-04F762BD3D42}">
  <ds:schemaRefs/>
</ds:datastoreItem>
</file>

<file path=customXML/itemProps64.xml><?xml version="1.0" encoding="utf-8"?>
<ds:datastoreItem xmlns:ds="http://schemas.openxmlformats.org/officeDocument/2006/customXml" ds:itemID="{DCA467C6-361E-4757-BD36-313629793BB0}">
  <ds:schemaRefs/>
</ds:datastoreItem>
</file>

<file path=customXML/itemProps65.xml><?xml version="1.0" encoding="utf-8"?>
<ds:datastoreItem xmlns:ds="http://schemas.openxmlformats.org/officeDocument/2006/customXml" ds:itemID="{0E6406AD-7E74-45A4-A9BB-03E496C906A1}">
  <ds:schemaRefs/>
</ds:datastoreItem>
</file>

<file path=customXML/itemProps66.xml><?xml version="1.0" encoding="utf-8"?>
<ds:datastoreItem xmlns:ds="http://schemas.openxmlformats.org/officeDocument/2006/customXml" ds:itemID="{F31DD8A9-45AE-4709-AD23-6C7875D89A55}">
  <ds:schemaRefs/>
</ds:datastoreItem>
</file>

<file path=customXML/itemProps67.xml><?xml version="1.0" encoding="utf-8"?>
<ds:datastoreItem xmlns:ds="http://schemas.openxmlformats.org/officeDocument/2006/customXml" ds:itemID="{8A508151-8EA6-4E7A-8D3C-103F9933F5F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cb81c2a9-2b89-4e54-aa9e-30a6f0784c29</vt:lpstr>
      <vt:lpstr>PowerPoint Presentation</vt:lpstr>
      <vt:lpstr>PowerPoint Presentation</vt:lpstr>
      <vt:lpstr>Slide2</vt:lpstr>
      <vt:lpstr>Slide3</vt:lpstr>
      <vt:lpstr>Slide4</vt:lpstr>
      <vt:lpstr>Slide5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Kusum Bhalerao (c)</dc:creator>
  <cp:lastModifiedBy>Kusum Bhalerao (c)</cp:lastModifiedBy>
  <cp:revision>1</cp:revision>
  <dcterms:created xsi:type="dcterms:W3CDTF">2025-09-24T20:26:18Z</dcterms:created>
  <dcterms:modified xsi:type="dcterms:W3CDTF">2025-09-24T20:27:50Z</dcterms:modified>
</cp:coreProperties>
</file>