
<file path=[Content_Types].xml><?xml version="1.0" encoding="utf-8"?>
<Types xmlns="http://schemas.openxmlformats.org/package/2006/content-types">
  <Default Extension="bin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2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2.xml" ContentType="application/vnd.openxmlformats-officedocument.customXmlProperties+xml"/>
  <Override PartName="/ppt/customXML/itemProps19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8"/>
  </p:sldMasterIdLst>
  <p:notesMasterIdLst>
    <p:notesMasterId r:id="rId20"/>
  </p:notesMasterIdLst>
  <p:sldIdLst>
    <p:sldId id="256" r:id="rId19"/>
  </p:sldIdLst>
  <p:sldSz cx="12192000" cy="6858000"/>
  <p:notesSz cx="6858000" cy="9144000"/>
  <p:custDataLst>
    <p:custData r:id="R7d4b73d967e74747"/>
    <p:custData r:id="R7210cc5f9e664512"/>
    <p:custData r:id="rId8"/>
    <p:custData r:id="rId7"/>
    <p:custData r:id="rId5"/>
    <p:custData r:id="rId9"/>
    <p:custData r:id="rId11"/>
    <p:custData r:id="rId6"/>
    <p:custData r:id="rId12"/>
    <p:custData r:id="rId2"/>
    <p:custData r:id="rId15"/>
    <p:custData r:id="rId13"/>
    <p:custData r:id="rId10"/>
    <p:custData r:id="rId14"/>
    <p:custData r:id="rId4"/>
    <p:custData r:id="rId16"/>
    <p:custData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3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customXml" Target="../customXml/item8.xml" Id="rId8" /><Relationship Type="http://schemas.openxmlformats.org/officeDocument/2006/relationships/customXml" Target="../customXml/item13.xml" Id="rId13" /><Relationship Type="http://schemas.openxmlformats.org/officeDocument/2006/relationships/slideMaster" Target="slideMasters/slideMaster1.xml" Id="rId18" /><Relationship Type="http://schemas.openxmlformats.org/officeDocument/2006/relationships/customXml" Target="../customXml/item3.xml" Id="rId3" /><Relationship Type="http://schemas.openxmlformats.org/officeDocument/2006/relationships/presProps" Target="presProps.xml" Id="rId21" /><Relationship Type="http://schemas.openxmlformats.org/officeDocument/2006/relationships/customXml" Target="../customXml/item7.xml" Id="rId7" /><Relationship Type="http://schemas.openxmlformats.org/officeDocument/2006/relationships/customXml" Target="../customXml/item12.xml" Id="rId12" /><Relationship Type="http://schemas.openxmlformats.org/officeDocument/2006/relationships/customXml" Target="../customXml/item17.xml" Id="rId17" /><Relationship Type="http://schemas.openxmlformats.org/officeDocument/2006/relationships/customXml" Target="../customXml/item2.xml" Id="rId2" /><Relationship Type="http://schemas.openxmlformats.org/officeDocument/2006/relationships/customXml" Target="../customXml/item16.xml" Id="rId16" /><Relationship Type="http://schemas.openxmlformats.org/officeDocument/2006/relationships/notesMaster" Target="notesMasters/notesMaster1.xml" Id="rId20" /><Relationship Type="http://schemas.openxmlformats.org/officeDocument/2006/relationships/customXml" Target="../customXml/item6.xml" Id="rId6" /><Relationship Type="http://schemas.openxmlformats.org/officeDocument/2006/relationships/customXml" Target="../customXml/item11.xml" Id="rId11" /><Relationship Type="http://schemas.openxmlformats.org/officeDocument/2006/relationships/tableStyles" Target="tableStyles.xml" Id="rId24" /><Relationship Type="http://schemas.openxmlformats.org/officeDocument/2006/relationships/customXml" Target="../customXml/item5.xml" Id="rId5" /><Relationship Type="http://schemas.openxmlformats.org/officeDocument/2006/relationships/customXml" Target="../customXml/item15.xml" Id="rId15" /><Relationship Type="http://schemas.openxmlformats.org/officeDocument/2006/relationships/theme" Target="theme/theme1.xml" Id="rId23" /><Relationship Type="http://schemas.openxmlformats.org/officeDocument/2006/relationships/customXml" Target="../customXml/item10.xml" Id="rId10" /><Relationship Type="http://schemas.openxmlformats.org/officeDocument/2006/relationships/slide" Target="slides/slide1.xml" Id="rId19" /><Relationship Type="http://schemas.openxmlformats.org/officeDocument/2006/relationships/customXml" Target="../customXml/item4.xml" Id="rId4" /><Relationship Type="http://schemas.openxmlformats.org/officeDocument/2006/relationships/customXml" Target="../customXml/item9.xml" Id="rId9" /><Relationship Type="http://schemas.openxmlformats.org/officeDocument/2006/relationships/customXml" Target="../customXml/item14.xml" Id="rId14" /><Relationship Type="http://schemas.openxmlformats.org/officeDocument/2006/relationships/viewProps" Target="viewProps.xml" Id="rId22" /><Relationship Type="http://schemas.openxmlformats.org/officeDocument/2006/relationships/customXml" Target="/ppt/customXML/item19.xml" Id="Rb9bae387c7bd4a54" /><Relationship Type="http://schemas.openxmlformats.org/officeDocument/2006/relationships/customXml" Target="/customXML/item21.xml" Id="R7210cc5f9e664512" /><Relationship Type="http://schemas.openxmlformats.org/officeDocument/2006/relationships/customXml" Target="/customXML/item22.xml" Id="R7d4b73d967e74747" /></Relationships>
</file>

<file path=ppt/customXML/_rels/item19.xml.rels>&#65279;<?xml version="1.0" encoding="utf-8"?><Relationships xmlns="http://schemas.openxmlformats.org/package/2006/relationships"><Relationship Type="http://schemas.openxmlformats.org/officeDocument/2006/relationships/customXmlProps" Target="/ppt/customXML/itemProps19.xml" Id="R66a91ed0dc2f4efe" /></Relationships>
</file>

<file path=ppt/customXML/item19.xml><?xml version="1.0" encoding="utf-8"?>
<ContentId CID="S008699"/>
</file>

<file path=ppt/customXML/itemProps19.xml><?xml version="1.0" encoding="utf-8"?>
<ds:datastoreItem xmlns:ds="http://schemas.openxmlformats.org/officeDocument/2006/customXml" ds:itemID="{CE27A1D9-7198-4877-8590-66EE727C401D}">
  <ds:schemaRefs/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8AF27-D0CA-48BD-87D7-C1D92859657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C4230-3CC2-482D-BC2E-A33102E80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7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C4230-3CC2-482D-BC2E-A33102E804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1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B8E4-C3DD-900E-385F-452C3C01D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EBB62-E6FE-E47D-65DC-5E88A041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1B67D-C26B-5C13-3F4F-EF1926F4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E80D-04EF-0637-6799-03B77321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C88F-34C1-C096-1DFD-C657E8AD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4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B9B2-D95C-0117-03BB-8B7C4EA9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616C0-51F0-183F-3B73-19A33D77B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EEAE9-A25D-4BED-97B4-4473D1D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0519C-8531-7BF3-678E-7241307B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66119-1F2B-D840-932F-9A2D0CEB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7009-12BB-6DF0-CCBC-BE73A630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63EF3-A4D8-344E-1517-DF584A308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FC8AA-DAF0-9242-2A1A-60AD389B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EAB6-9B4B-F136-3A4B-9BE63D6D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0094B-B6FB-DF33-63E8-5ADCFF9E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0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BF2E-32ED-8216-042E-7D94461C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DDCD-E9D0-7DF9-18D4-EB66BA764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06ACB-7F73-15EA-2569-7C365E06A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AA908-8BBB-0B71-A96F-B4C94072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FA341-883E-8DEA-85C4-4117AA9B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721D3-D134-3FD2-6C2C-C5DB4E13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6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C79A-1C53-881B-EE56-B7C9C732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849A1-FC94-6783-EF1E-F7A21449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A1092-996A-DC86-B60A-E1A32D398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AE8A2-47EC-5624-2888-D8C0BC3D8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F07DE-CE3A-3BF2-ABEB-5DCE5411D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BA150-681C-CDD0-D312-7018ED6F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CE6A9-FCE5-F28E-FCA4-E025DA42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6226C-E2FE-F557-2BEA-375C26E3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7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96CC-3F8A-AE2C-69E8-EB3F829C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CE5F4-EC10-B6CA-0F63-80B3534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2ED1D-CA98-5F83-323E-4308B0292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A27D8-5A9F-577A-2C5F-599A7EA3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6260F-3210-3E34-61ED-1751B1C1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1A91C-B736-0209-41CF-116B56DE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6AA64-2B6B-0046-BAB3-6B157847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7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0952-A47F-E9C0-98DA-AE1F81E5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8A4B-354D-B616-2728-D64E08D45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375F7-A449-2FEE-6F18-6E1B8E2FF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1A71A-3CFC-2ED0-659C-417BD9DB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A6407-C34F-5AA6-BE1E-2608C365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11A2-2ACB-B10B-19C0-3C79C70D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7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9B30-889E-C3CF-6F8A-62D69D4E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6349A-3EAD-0FDB-2F61-D4748D5A3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42CCF-7FC2-AB54-B2A8-8829DB231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C9FAC-2C55-96EE-7764-EBA474F7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D79C8-212F-3CD0-2D7E-1BABD296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E3276-0EE3-61C0-1716-08A1AAEA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3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AAC6-487E-9F6B-B8F9-455FF1A6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38701-B370-5C89-AA4C-C41B4671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79192-DFE6-6C26-0BA1-D6E86CC4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0BC8-A30F-96D4-C907-B33581353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17893-63D8-CCE7-8853-4FE29E0F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0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E51B6-3725-FE12-4626-F7FB559D8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BADAF-0224-7CC7-F91D-B7667E3E9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12D8-B7B3-C9E2-AB48-DA1C093D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CCD80-611B-416E-5EC6-77B6505A4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026DF-3DD4-CDCE-891B-C890394A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C13AA-EF01-5C75-A9DA-83C3D1C7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18553-43D1-577B-A140-CC1350F57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967E-37E6-2EA0-CA86-F3CB9E645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5E904-B372-F5BC-4971-3E8EADACB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AA2AA-CCB7-31C9-A025-3288A7A46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5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3" /><Relationship Type="http://schemas.openxmlformats.org/officeDocument/2006/relationships/tags" Target="../tags/tag1.xml" Id="rId2" /><Relationship Type="http://schemas.openxmlformats.org/officeDocument/2006/relationships/customXml" Target="../../customXml/item17.xml" Id="rId1" /><Relationship Type="http://schemas.openxmlformats.org/officeDocument/2006/relationships/image" Target="../media/image1.bin" Id="rId5" /><Relationship Type="http://schemas.openxmlformats.org/officeDocument/2006/relationships/notesSlide" Target="../notesSlides/notesSlide1.xml" Id="rId4" /><Relationship Type="http://schemas.openxmlformats.org/officeDocument/2006/relationships/customXml" Target="/ppt/customXML/item19.xml" Id="R4a71f4ff7e424454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4fb1fb2c-25d4-4a2e-b74b-04b1b66bc74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C237-6E2D-21E1-671F-04E8480C6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F453-6CC0-AA57-9008-D29331AF6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Set">
            <a:extLst>
              <a:ext uri="{FF2B5EF4-FFF2-40B4-BE49-F238E27FC236}">
                <a16:creationId xmlns:a16="http://schemas.microsoft.com/office/drawing/2014/main" id="{40C213C2-51D5-E602-94F5-138EA43D6382}"/>
              </a:ext>
            </a:extLst>
          </p:cNvPr>
          <p:cNvPicPr>
            <a:picLocks noChangeAspect="1"/>
          </p:cNvPicPr>
          <p:nvPr>
            <p:custDataLst>
              <p:custData r:id="rId1"/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38200" y="1253331"/>
            <a:ext cx="10515600" cy="4351338"/>
          </a:xfrm>
          <a:prstGeom prst="rect">
            <a:avLst/>
          </a:prstGeom>
        </p:spPr>
      </p:pic>
    </p:spTree>
    <p:custDataLst>
      <p:custData r:id="R4a71f4ff7e424454"/>
    </p:custDataLst>
    <p:extLst>
      <p:ext uri="{BB962C8B-B14F-4D97-AF65-F5344CB8AC3E}">
        <p14:creationId xmlns:p14="http://schemas.microsoft.com/office/powerpoint/2010/main" val="27822241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ERT" val="202510172028419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21.xml.rels>&#65279;<?xml version="1.0" encoding="utf-8"?><Relationships xmlns="http://schemas.openxmlformats.org/package/2006/relationships"><Relationship Type="http://schemas.openxmlformats.org/officeDocument/2006/relationships/customXmlProps" Target="/customXML/itemProps21.xml" Id="R673e461cf82643c5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6b0553f828a8437d" /></Relationships>
</file>

<file path=customXML/item21.xml><?xml version="1.0" encoding="utf-8"?>
<TemplateEditing>
  <RootElementId>8f44a883-3049-49ab-8c4a-f67ba87d21a5</RootElementId>
  <TenantOrigin>qa01eastasia01</TenantOrigin>
  <CID>D078902</CID>
</TemplateEditing>
</file>

<file path=customXML/item22.xml><?xml version="1.0" encoding="utf-8"?>
<Presentation UniqueId="8f44a883-3049-49ab-8c4a-f67ba87d21a5" MajorVersion="1" MinorVersion="0" CID="D078902"/>
</file>

<file path=customXML/itemProps21.xml><?xml version="1.0" encoding="utf-8"?>
<ds:datastoreItem xmlns:ds="http://schemas.openxmlformats.org/officeDocument/2006/customXml" ds:itemID="{81B8A24A-B3D3-492F-B6A0-B79E09E3F9C5}">
  <ds:schemaRefs/>
</ds:datastoreItem>
</file>

<file path=customXML/itemProps22.xml><?xml version="1.0" encoding="utf-8"?>
<ds:datastoreItem xmlns:ds="http://schemas.openxmlformats.org/officeDocument/2006/customXml" ds:itemID="{8D2AFBEF-461F-4B51-B436-803F2CDB2807}">
  <ds:schemaRefs/>
</ds:datastoreItem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item2.xml><?xml version="1.0" encoding="utf-8"?>
<VariableListDefinition name="AD_HOC" displayName="AD_HOC" id="335a2e99-cfaa-4fd3-8ec2-7b086e8fc2fa" isdomainofvalue="False" dataSourceId="83c7d422-3134-49ce-a2f3-3a33d69ce2de"/>
</file>

<file path=customXml/item3.xml><?xml version="1.0" encoding="utf-8"?>
<VariableList UniqueId="335a2e99-cfaa-4fd3-8ec2-7b086e8fc2fa" Name="AD_HOC" ContentType="XML" MajorVersion="0" MinorVersion="1" isLocalCopy="False" IsBaseObject="False" DataSourceId="83c7d422-3134-49ce-a2f3-3a33d69ce2de" DataSourceMajorVersion="0" DataSourceMinorVersion="1"/>
</file>

<file path=customXml/item4.xml><?xml version="1.0" encoding="utf-8"?>
<DataSourceInfo>
  <Id>83c7d422-3134-49ce-a2f3-3a33d69ce2de</Id>
  <MajorVersion>0</MajorVersion>
  <MinorVersion>1</MinorVersion>
  <DataSourceType>Ad_Hoc</DataSourceType>
  <Name>AD_HOC</Name>
  <Description/>
  <Filter/>
  <DataFields/>
</DataSourceInfo>
</file>

<file path=customXml/item5.xml><?xml version="1.0" encoding="utf-8"?>
<DataSourceMapping>
  <Id>11283b8f-85e2-4c1f-9198-67152eef818c</Id>
  <Name>AD_HOC_MAPPING</Name>
  <TargetDataSource>83c7d422-3134-49ce-a2f3-3a33d69ce2de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/>
  <DesignTimeProperties/>
</DataSourceMapping>
</file>

<file path=customXml/item6.xml><?xml version="1.0" encoding="utf-8"?>
<SourceDataModel Name="AD_HOC" TargetDataSourceId="83c7d422-3134-49ce-a2f3-3a33d69ce2de"/>
</file>

<file path=customXml/item7.xml><?xml version="1.0" encoding="utf-8"?>
<VariableListDefinition name="Computed" displayName="Computed" id="cd0689b4-d3ac-410e-a1a8-206fec7d6b6c" isdomainofvalue="False" dataSourceId="4159dd26-c2c7-4a04-9211-94f7b954228f"/>
</file>

<file path=customXml/item8.xml><?xml version="1.0" encoding="utf-8"?>
<VariableList UniqueId="cd0689b4-d3ac-410e-a1a8-206fec7d6b6c" Name="Computed" ContentType="XML" MajorVersion="0" MinorVersion="1" isLocalCopy="False" IsBaseObject="False" DataSourceId="4159dd26-c2c7-4a04-9211-94f7b954228f" DataSourceMajorVersion="0" DataSourceMinorVersion="1"/>
</file>

<file path=customXml/item9.xml><?xml version="1.0" encoding="utf-8"?>
<DataSourceInfo>
  <Id>4159dd26-c2c7-4a04-9211-94f7b954228f</Id>
  <MajorVersion>0</MajorVersion>
  <MinorVersion>1</MinorVersion>
  <DataSourceType>Expression</DataSourceType>
  <Name>Computed</Name>
  <Description/>
  <Filter/>
  <DataFields/>
</DataSourceInfo>
</file>

<file path=customXml/item10.xml><?xml version="1.0" encoding="utf-8"?>
<DataSourceMapping>
  <Id>a7ec89ba-2d5e-42a0-987e-2d8d945a07ba</Id>
  <Name>EXPRESSION_VARIABLE_MAPPING</Name>
  <TargetDataSource>4159dd26-c2c7-4a04-9211-94f7b954228f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1.xml><?xml version="1.0" encoding="utf-8"?>
<VariableListDefinition name="System" displayName="System" id="f5188a04-3578-403e-9f54-0426a2ecec49" isdomainofvalue="False" dataSourceId="62b57b2f-f03f-4b7d-ac84-b3a171b1d08e"/>
</file>

<file path=customXml/item12.xml><?xml version="1.0" encoding="utf-8"?>
<VariableList UniqueId="f5188a04-3578-403e-9f54-0426a2ecec49" Name="System" ContentType="XML" MajorVersion="0" MinorVersion="1" isLocalCopy="False" IsBaseObject="False" DataSourceId="62b57b2f-f03f-4b7d-ac84-b3a171b1d08e" DataSourceMajorVersion="0" DataSourceMinorVersion="1"/>
</file>

<file path=customXml/item13.xml><?xml version="1.0" encoding="utf-8"?>
<DataSourceInfo>
  <Id>62b57b2f-f03f-4b7d-ac84-b3a171b1d08e</Id>
  <MajorVersion>0</MajorVersion>
  <MinorVersion>1</MinorVersion>
  <DataSourceType>System</DataSourceType>
  <Name>System</Name>
  <Description/>
  <Filter/>
  <DataFields/>
</DataSourceInfo>
</file>

<file path=customXml/item14.xml><?xml version="1.0" encoding="utf-8"?>
<DataSourceMapping>
  <Id>64f2f984-59de-4b1c-bcb6-42e502f30c6e</Id>
  <Name>EXPRESSION_VARIABLE_MAPPING</Name>
  <TargetDataSource>62b57b2f-f03f-4b7d-ac84-b3a171b1d08e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5.xml><?xml version="1.0" encoding="utf-8"?>
<VariableListCustXmlRels>
  <VariableListCustXmlRel variableListName="AD_HOC">
    <VariableListDefCustXmlId>{0450F0FE-70AA-4E90-9058-17C359FA7A5C}</VariableListDefCustXmlId>
    <LibraryMetadataCustXmlId>{EB1786FD-3887-476A-AD35-E6A357370264}</LibraryMetadataCustXmlId>
    <DataSourceInfoCustXmlId>{D92413BC-8AD9-4894-8939-564C9A9D2424}</DataSourceInfoCustXmlId>
    <DataSourceMappingCustXmlId>{CA529337-D486-45FA-8796-5281FF92D005}</DataSourceMappingCustXmlId>
    <SdmcCustXmlId>{0410F3EE-2F15-4841-9F32-7B8180031F93}</SdmcCustXmlId>
  </VariableListCustXmlRel>
  <VariableListCustXmlRel variableListName="Computed">
    <VariableListDefCustXmlId>{5F5E315E-B190-4CBA-B192-920DE264B492}</VariableListDefCustXmlId>
    <LibraryMetadataCustXmlId>{0EB3E14B-848D-4E2C-9431-1983A457F60B}</LibraryMetadataCustXmlId>
    <DataSourceInfoCustXmlId>{B6658BCF-C48E-4296-8062-62DBE6CE1076}</DataSourceInfoCustXmlId>
    <DataSourceMappingCustXmlId>{7BCAAB2B-7704-4F71-8F94-6957A68B54B6}</DataSourceMappingCustXmlId>
  </VariableListCustXmlRel>
  <VariableListCustXmlRel variableListName="System">
    <VariableListDefCustXmlId>{C301124B-C963-499C-8E7B-4A1D5B5BECB9}</VariableListDefCustXmlId>
    <LibraryMetadataCustXmlId>{63B44FBA-D1CC-4727-9C6A-5CEF73E7CC81}</LibraryMetadataCustXmlId>
    <DataSourceInfoCustXmlId>{16CFE8D9-1E75-4561-9834-E786DD43FA54}</DataSourceInfoCustXmlId>
    <DataSourceMappingCustXmlId>{0EB26BB2-4D6C-4D4A-8BE0-FD69582573BB}</DataSourceMappingCustXmlId>
  </VariableListCustXmlRel>
</VariableListCustXmlRels>
</file>

<file path=customXml/item16.xml><?xml version="1.0" encoding="utf-8"?>
<AllExternalAdhocVariableMappings/>
</file>

<file path=customXml/item17.xml><?xml version="1.0" encoding="utf-8"?>
<pd:PersonalizationDefinition xmlns:pd="Strauss.PersonalizationDefinition" name="">
  <pd:DataReferenceList/>
  <pd:ComponentReferencePD name="SmartArt" desc="" uid="" type="SmartArt" referenceId="0e6e7536-f3a1-408e-ab57-fcc3510f50c7" keepsourceformat="True" updateMode="Automatic" componentContentId="0f726ed3-aab7-439d-98c1-2e77d570a373" componentMajorVersion="-1" componentMinorVersion="-1" componentVersionId="Latest">
    <pd:DataReferenceList/>
    <pd:DataReferenceMappingList/>
    <pd:ExtensionList>
      <pd:LatestVersionId>a96e7ec5-c82b-4f7e-93b6-1dae33b483b9</pd:LatestVersionId>
      <pd:NeedReloadImage>False</pd:NeedReloadImage>
      <pd:ObjectType>Diagram</pd:ObjectType>
      <pd:PlaceholderStyle DefaultHeight="342.625" DefaultWidth="828"/>
    </pd:ExtensionList>
    <pd:TransferredItemList/>
  </pd:ComponentReferencePD>
</pd:PersonalizationDefinition>
</file>

<file path=customXml/itemProps2.xml><?xml version="1.0" encoding="utf-8"?>
<ds:datastoreItem xmlns:ds="http://schemas.openxmlformats.org/officeDocument/2006/customXml" ds:itemID="{0450F0FE-70AA-4E90-9058-17C359FA7A5C}">
  <ds:schemaRefs/>
</ds:datastoreItem>
</file>

<file path=customXml/itemProps3.xml><?xml version="1.0" encoding="utf-8"?>
<ds:datastoreItem xmlns:ds="http://schemas.openxmlformats.org/officeDocument/2006/customXml" ds:itemID="{EB1786FD-3887-476A-AD35-E6A357370264}">
  <ds:schemaRefs/>
</ds:datastoreItem>
</file>

<file path=customXml/itemProps4.xml><?xml version="1.0" encoding="utf-8"?>
<ds:datastoreItem xmlns:ds="http://schemas.openxmlformats.org/officeDocument/2006/customXml" ds:itemID="{D92413BC-8AD9-4894-8939-564C9A9D2424}">
  <ds:schemaRefs/>
</ds:datastoreItem>
</file>

<file path=customXml/itemProps5.xml><?xml version="1.0" encoding="utf-8"?>
<ds:datastoreItem xmlns:ds="http://schemas.openxmlformats.org/officeDocument/2006/customXml" ds:itemID="{CA529337-D486-45FA-8796-5281FF92D005}">
  <ds:schemaRefs/>
</ds:datastoreItem>
</file>

<file path=customXml/itemProps6.xml><?xml version="1.0" encoding="utf-8"?>
<ds:datastoreItem xmlns:ds="http://schemas.openxmlformats.org/officeDocument/2006/customXml" ds:itemID="{0410F3EE-2F15-4841-9F32-7B8180031F93}">
  <ds:schemaRefs/>
</ds:datastoreItem>
</file>

<file path=customXml/itemProps7.xml><?xml version="1.0" encoding="utf-8"?>
<ds:datastoreItem xmlns:ds="http://schemas.openxmlformats.org/officeDocument/2006/customXml" ds:itemID="{5F5E315E-B190-4CBA-B192-920DE264B492}">
  <ds:schemaRefs/>
</ds:datastoreItem>
</file>

<file path=customXml/itemProps8.xml><?xml version="1.0" encoding="utf-8"?>
<ds:datastoreItem xmlns:ds="http://schemas.openxmlformats.org/officeDocument/2006/customXml" ds:itemID="{0EB3E14B-848D-4E2C-9431-1983A457F60B}">
  <ds:schemaRefs/>
</ds:datastoreItem>
</file>

<file path=customXml/itemProps9.xml><?xml version="1.0" encoding="utf-8"?>
<ds:datastoreItem xmlns:ds="http://schemas.openxmlformats.org/officeDocument/2006/customXml" ds:itemID="{B6658BCF-C48E-4296-8062-62DBE6CE1076}">
  <ds:schemaRefs/>
</ds:datastoreItem>
</file>

<file path=customXml/itemProps10.xml><?xml version="1.0" encoding="utf-8"?>
<ds:datastoreItem xmlns:ds="http://schemas.openxmlformats.org/officeDocument/2006/customXml" ds:itemID="{7BCAAB2B-7704-4F71-8F94-6957A68B54B6}">
  <ds:schemaRefs/>
</ds:datastoreItem>
</file>

<file path=customXml/itemProps11.xml><?xml version="1.0" encoding="utf-8"?>
<ds:datastoreItem xmlns:ds="http://schemas.openxmlformats.org/officeDocument/2006/customXml" ds:itemID="{C301124B-C963-499C-8E7B-4A1D5B5BECB9}">
  <ds:schemaRefs/>
</ds:datastoreItem>
</file>

<file path=customXml/itemProps12.xml><?xml version="1.0" encoding="utf-8"?>
<ds:datastoreItem xmlns:ds="http://schemas.openxmlformats.org/officeDocument/2006/customXml" ds:itemID="{63B44FBA-D1CC-4727-9C6A-5CEF73E7CC81}">
  <ds:schemaRefs/>
</ds:datastoreItem>
</file>

<file path=customXml/itemProps13.xml><?xml version="1.0" encoding="utf-8"?>
<ds:datastoreItem xmlns:ds="http://schemas.openxmlformats.org/officeDocument/2006/customXml" ds:itemID="{16CFE8D9-1E75-4561-9834-E786DD43FA54}">
  <ds:schemaRefs/>
</ds:datastoreItem>
</file>

<file path=customXml/itemProps14.xml><?xml version="1.0" encoding="utf-8"?>
<ds:datastoreItem xmlns:ds="http://schemas.openxmlformats.org/officeDocument/2006/customXml" ds:itemID="{0EB26BB2-4D6C-4D4A-8BE0-FD69582573BB}">
  <ds:schemaRefs/>
</ds:datastoreItem>
</file>

<file path=customXml/itemProps15.xml><?xml version="1.0" encoding="utf-8"?>
<ds:datastoreItem xmlns:ds="http://schemas.openxmlformats.org/officeDocument/2006/customXml" ds:itemID="{4CF645A4-B702-413B-937A-3658F5072F5C}">
  <ds:schemaRefs/>
</ds:datastoreItem>
</file>

<file path=customXml/itemProps16.xml><?xml version="1.0" encoding="utf-8"?>
<ds:datastoreItem xmlns:ds="http://schemas.openxmlformats.org/officeDocument/2006/customXml" ds:itemID="{CEA5D1AB-CF5B-4B3F-8D71-9D40F33AC8B7}">
  <ds:schemaRefs/>
</ds:datastoreItem>
</file>

<file path=customXml/itemProps17.xml><?xml version="1.0" encoding="utf-8"?>
<ds:datastoreItem xmlns:ds="http://schemas.openxmlformats.org/officeDocument/2006/customXml" ds:itemID="{6B77A25D-CF89-4BEF-980A-301EEBC83C1F}">
  <ds:schemaRefs>
    <ds:schemaRef ds:uri="Strauss.PersonalizationDefini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Kusum Bhalerao (c)</dc:creator>
  <cp:lastModifiedBy>Kusum Bhalerao (c)</cp:lastModifiedBy>
  <cp:revision>1</cp:revision>
  <dcterms:created xsi:type="dcterms:W3CDTF">2025-10-17T14:58:27Z</dcterms:created>
  <dcterms:modified xsi:type="dcterms:W3CDTF">2025-10-17T14:59:07Z</dcterms:modified>
</cp:coreProperties>
</file>