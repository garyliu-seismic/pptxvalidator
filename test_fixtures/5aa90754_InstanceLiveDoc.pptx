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bin" ContentType="image/jpeg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ags/tag1.xml" ContentType="application/vnd.openxmlformats-officedocument.presentationml.tag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ce539d020a194101" /><Relationship Type="http://schemas.openxmlformats.org/package/2006/relationships/metadata/core-properties" Target="/docProps/core.xml" Id="R3fb0d7f1327c4e9d" /><Relationship Type="http://schemas.openxmlformats.org/package/2006/relationships/metadata/thumbnail" Target="/docProps/thumbnail.bin" Id="rId2" /><Relationship Type="http://schemas.openxmlformats.org/officeDocument/2006/relationships/officeDocument" Target="/ppt/presentation.xml" Id="R9de38e81e5c64b92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d15150763374415e"/>
    <p:sldMasterId id="2147483650" r:id="Rbb9b56dc8feb4b98"/>
    <p:sldMasterId id="2147483652" r:id="R29d49b2a6705441f"/>
    <p:sldMasterId id="2147483655" r:id="R42c4b98b7d634aab"/>
  </p:sldMasterIdLst>
  <p:notesMasterIdLst>
    <p:notesMasterId r:id="R82221592f7b14e51"/>
  </p:notesMasterIdLst>
  <p:sldIdLst>
    <p:sldId id="256" r:id="R5a7c7e8243ed4155"/>
    <p:sldId id="257" r:id="R088405fd52ca4dcd"/>
    <p:sldId id="258" r:id="Ra15cb155d3e644a4"/>
    <p:sldId id="259" r:id="R43e7af59518a4d0e"/>
    <p:sldId id="260" r:id="Ra941393167b64aeb"/>
    <p:sldId id="261" r:id="R671bbf3dad4c419e"/>
    <p:sldId id="264" r:id="R334a4406e7944e29"/>
    <p:sldId id="265" r:id="R842ae4f62d864aaf"/>
    <p:sldId id="266" r:id="R0f0f3b6345514e76"/>
    <p:sldId id="267" r:id="R789baab4e7554070"/>
    <p:sldId id="268" r:id="R8c8e749290924091"/>
  </p:sldIdLst>
  <p:sldSz cx="12192000" cy="6858000"/>
  <p:notesSz cx="6858000" cy="9144000"/>
  <p:custDataLst>
    <p:tags r:id="Raf0658d85896498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1" d="100"/>
          <a:sy n="51" d="100"/>
        </p:scale>
        <p:origin x="125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74692bfdfe9546b6" /><Relationship Type="http://schemas.openxmlformats.org/officeDocument/2006/relationships/tableStyles" Target="/ppt/tableStyles.xml" Id="R7a1d1670720347d5" /><Relationship Type="http://schemas.openxmlformats.org/officeDocument/2006/relationships/viewProps" Target="/ppt/viewProps.xml" Id="R7345ffdfbe3e40d1" /><Relationship Type="http://schemas.openxmlformats.org/officeDocument/2006/relationships/notesMaster" Target="/ppt/notesMasters/notesMaster1.xml" Id="R82221592f7b14e51" /><Relationship Type="http://schemas.openxmlformats.org/officeDocument/2006/relationships/slideMaster" Target="/ppt/slideMasters/slideMaster1.xml" Id="Rd15150763374415e" /><Relationship Type="http://schemas.openxmlformats.org/officeDocument/2006/relationships/theme" Target="/ppt/slideMasters/theme/theme2.xml" Id="R4fbc64e9fc47475f" /><Relationship Type="http://schemas.openxmlformats.org/officeDocument/2006/relationships/slideMaster" Target="/ppt/slideMasters/slideMaster2.xml" Id="Rbb9b56dc8feb4b98" /><Relationship Type="http://schemas.openxmlformats.org/officeDocument/2006/relationships/slideMaster" Target="/ppt/slideMasters/slideMaster3.xml" Id="R29d49b2a6705441f" /><Relationship Type="http://schemas.openxmlformats.org/officeDocument/2006/relationships/slide" Target="/ppt/slides/slide1.xml" Id="R5a7c7e8243ed4155" /><Relationship Type="http://schemas.openxmlformats.org/officeDocument/2006/relationships/slide" Target="/ppt/slides/slide2.xml" Id="R088405fd52ca4dcd" /><Relationship Type="http://schemas.openxmlformats.org/officeDocument/2006/relationships/slide" Target="/ppt/slides/slide3.xml" Id="Ra15cb155d3e644a4" /><Relationship Type="http://schemas.openxmlformats.org/officeDocument/2006/relationships/slide" Target="/ppt/slides/slide4.xml" Id="R43e7af59518a4d0e" /><Relationship Type="http://schemas.openxmlformats.org/officeDocument/2006/relationships/slide" Target="/ppt/slides/slide5.xml" Id="Ra941393167b64aeb" /><Relationship Type="http://schemas.openxmlformats.org/officeDocument/2006/relationships/slide" Target="/ppt/slides/slide6.xml" Id="R671bbf3dad4c419e" /><Relationship Type="http://schemas.openxmlformats.org/officeDocument/2006/relationships/slideMaster" Target="/ppt/slideMasters/slideMaster4.xml" Id="R42c4b98b7d634aab" /><Relationship Type="http://schemas.openxmlformats.org/officeDocument/2006/relationships/slide" Target="/ppt/slides/slide7.xml" Id="R334a4406e7944e29" /><Relationship Type="http://schemas.openxmlformats.org/officeDocument/2006/relationships/slide" Target="/ppt/slides/slide8.xml" Id="R842ae4f62d864aaf" /><Relationship Type="http://schemas.openxmlformats.org/officeDocument/2006/relationships/slide" Target="/ppt/slides/slide9.xml" Id="R0f0f3b6345514e76" /><Relationship Type="http://schemas.openxmlformats.org/officeDocument/2006/relationships/slide" Target="/ppt/slides/slide10.xml" Id="R789baab4e7554070" /><Relationship Type="http://schemas.openxmlformats.org/officeDocument/2006/relationships/slide" Target="/ppt/slides/slide11.xml" Id="R8c8e749290924091" /><Relationship Type="http://schemas.openxmlformats.org/officeDocument/2006/relationships/tags" Target="/ppt/tags/tag1.xml" Id="Raf0658d8589649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f2443431ff614fcd" /></Relationships>
</file>

<file path=ppt/notesMasters/notesMaster1.xml><?xml version="1.0" encoding="utf-8"?>
<p:notes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885D4-CD55-48CB-9C55-9264CAAEE65A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439B4-15F6-418C-80CE-B70B9DC8669A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759345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1.xml" Id="R5a7c7e8243ed415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2.xml" Id="R088405fd52ca4d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3.xml" Id="Ra15cb155d3e644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4.xml" Id="R43e7af59518a4d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5.xml" Id="Ra941393167b64a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6.xml" Id="R671bbf3dad4c41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7.xml" Id="R334a4406e7944e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8.xml" Id="R842ae4f62d864a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9.xml" Id="R0f0f3b6345514e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10.xml" Id="R789baab4e75540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2221592f7b14e51" /><Relationship Type="http://schemas.openxmlformats.org/officeDocument/2006/relationships/slide" Target="/ppt/slides/slide11.xml" Id="R8c8e749290924091" /></Relationships>
</file>

<file path=ppt/notesSlides/notesSlide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439B4-15F6-418C-80CE-B70B9DC8669A}" type="slidenum">
              <a:rPr lang="en-US" smtClean="0"/>
              <a:t>1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405291289"/>
      </p:ext>
    </p:extLst>
  </p:cSld>
  <p:clrMapOvr>
    <a:masterClrMapping/>
  </p:clrMapOvr>
</p:notes>
</file>

<file path=ppt/notesSlides/notesSlide2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1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125495977"/>
      </p:ext>
    </p:extLst>
  </p:cSld>
  <p:clrMapOvr>
    <a:masterClrMapping/>
  </p:clrMapOvr>
</p:notes>
</file>

<file path=ppt/notesSlides/notesSlide3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3798211"/>
      </p:ext>
    </p:extLst>
  </p:cSld>
  <p:clrMapOvr>
    <a:masterClrMapping/>
  </p:clrMapOvr>
</p:notes>
</file>

<file path=ppt/notesSlides/notesSlide4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3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56486865"/>
      </p:ext>
    </p:extLst>
  </p:cSld>
  <p:clrMapOvr>
    <a:masterClrMapping/>
  </p:clrMapOvr>
</p:notes>
</file>

<file path=ppt/notesSlides/notesSlide5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4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67691790"/>
      </p:ext>
    </p:extLst>
  </p:cSld>
  <p:clrMapOvr>
    <a:masterClrMapping/>
  </p:clrMapOvr>
</p:notes>
</file>

<file path=ppt/notesSlides/notesSlide6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5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857391300"/>
      </p:ext>
    </p:extLst>
  </p:cSld>
  <p:clrMapOvr>
    <a:masterClrMapping/>
  </p:clrMapOvr>
</p:notes>
</file>

<file path=ppt/notesSlides/notesSlide7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1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125495977"/>
      </p:ext>
    </p:extLst>
  </p:cSld>
  <p:clrMapOvr>
    <a:masterClrMapping/>
  </p:clrMapOvr>
</p:notes>
</file>

<file path=ppt/notesSlides/notesSlide8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2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3798211"/>
      </p:ext>
    </p:extLst>
  </p:cSld>
  <p:clrMapOvr>
    <a:masterClrMapping/>
  </p:clrMapOvr>
</p:notes>
</file>

<file path=ppt/notesSlides/notesSlide9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3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56486865"/>
      </p:ext>
    </p:extLst>
  </p:cSld>
  <p:clrMapOvr>
    <a:masterClrMapping/>
  </p:clrMapOvr>
</p:notes>
</file>

<file path=ppt/notesSlides/notesSlide10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4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567691790"/>
      </p:ext>
    </p:extLst>
  </p:cSld>
  <p:clrMapOvr>
    <a:masterClrMapping/>
  </p:clrMapOvr>
</p:notes>
</file>

<file path=ppt/notesSlides/notesSlide11.xml><?xml version="1.0" encoding="utf-8"?>
<p:notes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84500-C6FC-4B1D-8F54-EF53A49286BB}" type="slidenum">
              <a:rPr lang="en-US" smtClean="0"/>
              <a:t>5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857391300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515076337441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9b56dc8feb4b9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9d49b2a6705441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9d49b2a670544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2c4b98b7d634aa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42c4b98b7d634aab" 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4D7D18F-C904-A31A-3E3A-3F7A09E30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DA81A43-B2A1-B144-0F76-5F094199B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31BEAF6A-0078-F006-3B1F-630D686877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5D250EBB-AFDD-4AEE-BFAF-DA643B7B9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B1D8D83C-4DE5-F610-9DAB-D5109590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6117926-F806-4E1B-8668-B2326B1BA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996274766"/>
      </p:ext>
    </p:extLst>
  </p:cSld>
  <p:clrMapOvr>
    <a:masterClrMapping/>
  </p:clrMapOvr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20F9-900F-CAF1-F0F7-7164A002F1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76837-D2DA-4D2A-82F0-E44F164ACB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A5E80-1220-B9B6-7AFC-860497D0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28E29-886A-0A9D-A707-A651B8FF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731EE-11D7-4EC1-2E17-FDBF363D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4147630167"/>
      </p:ext>
    </p:extLst>
  </p:cSld>
  <p:clrMapOvr>
    <a:masterClrMapping/>
  </p:clrMapOvr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395B-C2F5-4255-6543-B283F7AA3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21E2C-F8ED-A784-F29D-50F457E04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3C1B-989C-D8C2-1FFF-0EBDE0F8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8378B-1028-C25B-6614-BFD61B60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1A49B-0ADC-872C-A6E1-F29B4D63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688437310"/>
      </p:ext>
    </p:extLst>
  </p:cSld>
  <p:clrMapOvr>
    <a:masterClrMapping/>
  </p:clrMapOvr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7040-332A-6922-504F-FADA2B98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9A7A-B294-5AB2-125C-19219ECE9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ABD4A-7099-2DA0-3E82-0538D880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C58B3-4E4E-A61E-E9A0-56856ABD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6F772-8D5F-2608-50D3-39B7FB4B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4223060656"/>
      </p:ext>
    </p:extLst>
  </p:cSld>
  <p:clrMapOvr>
    <a:masterClrMapping/>
  </p:clrMapOvr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7395B-C2F5-4255-6543-B283F7AA3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21E2C-F8ED-A784-F29D-50F457E04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93C1B-989C-D8C2-1FFF-0EBDE0F81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8378B-1028-C25B-6614-BFD61B606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1A49B-0ADC-872C-A6E1-F29B4D630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688437310"/>
      </p:ext>
    </p:extLst>
  </p:cSld>
  <p:clrMapOvr>
    <a:masterClrMapping/>
  </p:clrMapOvr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D7040-332A-6922-504F-FADA2B986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9A7A-B294-5AB2-125C-19219ECE9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ABD4A-7099-2DA0-3E82-0538D8804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BC58B3-4E4E-A61E-E9A0-56856ABDC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6F772-8D5F-2608-50D3-39B7FB4B9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4223060656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950e17ecd8474b" /><Relationship Type="http://schemas.openxmlformats.org/officeDocument/2006/relationships/slideLayout" Target="/ppt/slideLayouts/slideLayout1.xml" Id="R61f53ef4e402411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776e4992e3494d65" /><Relationship Type="http://schemas.openxmlformats.org/officeDocument/2006/relationships/slideLayout" Target="/ppt/slideLayouts/slideLayout2.xml" Id="R0d2b30d835354267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83051ca753b14f52" /><Relationship Type="http://schemas.openxmlformats.org/officeDocument/2006/relationships/slideLayout" Target="/ppt/slideLayouts/slideLayout3.xml" Id="Rd9522ffa1c044aa5" /><Relationship Type="http://schemas.openxmlformats.org/officeDocument/2006/relationships/slideLayout" Target="/ppt/slideLayouts/slideLayout4.xml" Id="Rf75ecc13553b4f5a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01be1c98e59c4512" /><Relationship Type="http://schemas.openxmlformats.org/officeDocument/2006/relationships/slideLayout" Target="/ppt/slideLayouts/slideLayout5.xml" Id="Rb0fad8bb202b4c05" /><Relationship Type="http://schemas.openxmlformats.org/officeDocument/2006/relationships/slideLayout" Target="/ppt/slideLayouts/slideLayout6.xml" Id="R78cebf9908d94eef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010AA-24BF-47E6-11BB-A107EA8CA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61A8EEDD-3817-B9E8-95C6-F1E3C30D4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7B453E5-9DB2-04E2-4011-584767A61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50EBB-AFDD-4AEE-BFAF-DA643B7B9A97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B9875BC-D5CC-AF68-8537-E2D2D20CB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2381C1A-3108-BA9B-D802-5D4CAE39A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111969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61f53ef4e402411e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US" sz="28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FFCC22-E231-B57A-3993-98EB27E18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9F2C19-208B-A09B-2669-BB2B64562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A012-40FF-3D0C-5EDC-6E70196BE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971FA-5F77-48BE-AD2F-016572DA2DC6}" type="datetimeFigureOut">
              <a:rPr lang="en-US" smtClean="0"/>
              <a:t>9/25/2025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2D0E0-02F0-3885-A759-B27214A2D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AA45F-CCE6-7171-4F39-380AF3A491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86BC27-3BD4-44A2-926B-AB88D3B6EE50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307520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0d2b30d83535426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A1B42-0E6E-D387-A140-9CD4C5FE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010AA-24BF-47E6-11BB-A107EA8CA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C7B16-C7CB-D140-76B2-D8B721202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A4C7-81CD-46AB-F339-BA956891E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E21F-903F-890C-3F2F-BB6F8EDFE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6122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d9522ffa1c044aa5"/>
    <p:sldLayoutId id="2147483654" r:id="Rf75ecc13553b4f5a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FA1B42-0E6E-D387-A140-9CD4C5FE6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4010AA-24BF-47E6-11BB-A107EA8CA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C7B16-C7CB-D140-76B2-D8B721202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250EBB-AFDD-4AEE-BFAF-DA643B7B9A97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2A4C7-81CD-46AB-F339-BA956891EE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D5E21F-903F-890C-3F2F-BB6F8EDFE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C1F43-5F07-4550-954A-6CA151D13AAB}" type="slidenum">
              <a:rPr lang="en-US" smtClean="0"/>
              <a:t>‹#›</a:t>
            </a:fld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2612242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b0fad8bb202b4c05"/>
    <p:sldLayoutId id="2147483657" r:id="R78cebf9908d94eef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thm15="http://schemas.microsoft.com/office/thememl/2012/main" xmlns:a="http://schemas.openxmlformats.org/drawingml/2006/main" name="cb81c2a9-2b89-4e54-aa9e-30a6f0784c29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b81c2a9-2b89-4e54-aa9e-30a6f0784c29" id="{4D27795B-751F-4351-A52D-BABA5096CC52}" vid="{FB74CDE1-35D1-4555-A37C-078C541B5712}"/>
    </a:ext>
  </a:extLst>
</a:theme>
</file>

<file path=ppt/slideMasters/theme/theme3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Masters/theme/theme4.xml><?xml version="1.0" encoding="utf-8"?>
<a:theme xmlns:thm15="http://schemas.microsoft.com/office/thememl/2012/main" xmlns:a="http://schemas.openxmlformats.org/drawingml/2006/main" name="Office Theme_710eb9a35e6c410e99a436d38618a6c5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Masters/theme/theme5.xml><?xml version="1.0" encoding="utf-8"?>
<a:theme xmlns:thm15="http://schemas.microsoft.com/office/thememl/2012/main" xmlns:a="http://schemas.openxmlformats.org/drawingml/2006/main" name="Office Theme_8f545926a2ef4aa9a7458ae04816b7a3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04db9a025944b5" /><Relationship Type="http://schemas.openxmlformats.org/officeDocument/2006/relationships/notesSlide" Target="/ppt/notesSlides/notesSlide1.xml" Id="R872a5857bb8245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901504a488419a" /><Relationship Type="http://schemas.openxmlformats.org/officeDocument/2006/relationships/notesSlide" Target="/ppt/notesSlides/notesSlide2.xml" Id="R1a04322f97f34a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b82f976114c49ec" /><Relationship Type="http://schemas.openxmlformats.org/officeDocument/2006/relationships/notesSlide" Target="/ppt/notesSlides/notesSlide3.xml" Id="R0e2f3ec212d7464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bd6570ac0e14871" /><Relationship Type="http://schemas.openxmlformats.org/officeDocument/2006/relationships/notesSlide" Target="/ppt/notesSlides/notesSlide4.xml" Id="Rac4f816671c64c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4ae0a1331e24b14" /><Relationship Type="http://schemas.openxmlformats.org/officeDocument/2006/relationships/notesSlide" Target="/ppt/notesSlides/notesSlide5.xml" Id="Rc8ba41d3adf747c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9147060812b43d1" /><Relationship Type="http://schemas.openxmlformats.org/officeDocument/2006/relationships/notesSlide" Target="/ppt/notesSlides/notesSlide6.xml" Id="R8d286a5e37a44a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e267df3d82249ca" /><Relationship Type="http://schemas.openxmlformats.org/officeDocument/2006/relationships/notesSlide" Target="/ppt/notesSlides/notesSlide7.xml" Id="R08d2634d2c964c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674bda3604910" /><Relationship Type="http://schemas.openxmlformats.org/officeDocument/2006/relationships/notesSlide" Target="/ppt/notesSlides/notesSlide8.xml" Id="R7435b4d4e9874e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56a91a62454a73" /><Relationship Type="http://schemas.openxmlformats.org/officeDocument/2006/relationships/notesSlide" Target="/ppt/notesSlides/notesSlide9.xml" Id="Rda458e53dce3440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c98104c47f4749" /><Relationship Type="http://schemas.openxmlformats.org/officeDocument/2006/relationships/notesSlide" Target="/ppt/notesSlides/notesSlide10.xml" Id="R4f9d77dce820460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e2767770044775" /><Relationship Type="http://schemas.openxmlformats.org/officeDocument/2006/relationships/notesSlide" Target="/ppt/notesSlides/notesSlide11.xml" Id="R7eb4064c752f4425" 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e3d9529e-520a-4661-8a02-153d18d0d69c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0D583-79F9-5E8D-2916-F603086AC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DFA702-305B-527F-E2C1-17684E5922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custDataLst/>
    <p:extLst>
      <p:ext uri="{BB962C8B-B14F-4D97-AF65-F5344CB8AC3E}">
        <p14:creationId xmlns:p14="http://schemas.microsoft.com/office/powerpoint/2010/main" val="1555774024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0aeb8151-4c0c-4cd2-818d-a3cb34d5773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79E489-FA1F-6154-EA2F-B9800E7EC405}"/>
              </a:ext>
            </a:extLst>
          </p:cNvPr>
          <p:cNvSpPr/>
          <p:nvPr/>
        </p:nvSpPr>
        <p:spPr>
          <a:xfrm>
            <a:off x="5073925" y="2967335"/>
            <a:ext cx="20441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Slide1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3290522792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96ae63d8-9c72-47ed-b8dd-4a6a92cd552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14E8-CD89-C7C5-00D0-A7755A40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Slide2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3208146119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a297a6aa-3c62-49c5-a727-7e11579bca52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5F7A-4F7B-7932-A364-BE833CB3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Slide3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739565815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828d2218-8ec9-4cfd-bb40-46289da54035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19E7-E1D3-7154-5500-39A9B219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Slide4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419631594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af780269-5eaa-4a04-bc88-b00d411749ed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D6C3-6178-885A-2D85-C398B88B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Slide5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2465940473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0aeb8151-4c0c-4cd2-818d-a3cb34d5773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B79E489-FA1F-6154-EA2F-B9800E7EC405}"/>
              </a:ext>
            </a:extLst>
          </p:cNvPr>
          <p:cNvSpPr/>
          <p:nvPr/>
        </p:nvSpPr>
        <p:spPr>
          <a:xfrm>
            <a:off x="5073925" y="2967335"/>
            <a:ext cx="20441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Slide1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3290522792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96ae63d8-9c72-47ed-b8dd-4a6a92cd552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114E8-CD89-C7C5-00D0-A7755A401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Slide2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3208146119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a297a6aa-3c62-49c5-a727-7e11579bca52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C5F7A-4F7B-7932-A364-BE833CB3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Slide3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739565815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828d2218-8ec9-4cfd-bb40-46289da54035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019E7-E1D3-7154-5500-39A9B2195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Slide4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4196315945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ID="af780269-5eaa-4a04-bc88-b00d411749ed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FD6C3-6178-885A-2D85-C398B88B5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Slide5</a:t>
            </a:r>
          </a:p>
        </p:txBody>
      </p:sp>
    </p:spTree>
    <p:custDataLst/>
    <p:extLst>
      <p:ext uri="{BB962C8B-B14F-4D97-AF65-F5344CB8AC3E}">
        <p14:creationId xmlns:p14="http://schemas.microsoft.com/office/powerpoint/2010/main" val="2465940473"/>
      </p:ext>
    </p:extLst>
  </p:cSld>
  <p:clrMapOvr>
    <a:masterClrMapping/>
  </p:clrMapOvr>
</p:sld>
</file>

<file path=ppt/tags/tag1.xml><?xml version="1.0" encoding="utf-8"?>
<p:tagLst xmlns:p="http://schemas.openxmlformats.org/presentationml/2006/main">
  <p:tag name="SeismicInstance" val="{&quot;format&quot;:&quot;pptx&quot;,&quot;origin&quot;:{&quot;formId&quot;:&quot;759ccd41-33e5-4acc-804c-269306fadc43&quot;,&quot;content&quot;:{&quot;id&quot;:&quot;7251438c-c51e-4858-8f7d-027118591a14&quot;,&quot;name&quot;:&quot;ExpiredMultipleSlide&quot;,&quot;format&quot;:&quot;pptx&quot;,&quot;version&quot;:&quot;2.0&quot;,&quot;versionId&quot;:&quot;6f24b22f-74dd-4630-b9fc-e31c51861f92&quot;},&quot;formName&quot;:&quot;ExpiredMultipleSlide&quot;,&quot;contentId&quot;:&quot;7251438c-c51e-4858-8f7d-027118591a14&quot;,&quot;profileId&quot;:null,&quot;fullPathId&quot;:&quot;&quot;,&quot;repository&quot;:&quot;doccenter&quot;,&quot;teamsiteId&quot;:&quot;&quot;,&quot;fullPathName&quot;:&quot;&quot;,&quot;contentVersionId&quot;:&quot;6f24b22f-74dd-4630-b9fc-e31c51861f92&quot;,&quot;profileVersionId&quot;:&quot;dbfa53ec-2378-4745-9b79-d4baa7ce4dfe&quot;},&quot;storages&quot;:[],&quot;generator&quot;:&quot;LiveDoc&quot;,&quot;instanceId&quot;:&quot;f5872785-65f7-4dc5-8113-c225b359ac26&quot;,&quot;generationId&quot;:&quot;5aa90754-4a9d-4d79-8b3e-7534880c764e&quot;,&quot;regionalFormat&quot;:{&quot;name&quot;:&quot;en-US&quot;,&quot;displayName&quot;:&quot;English (United States)&quot;},&quot;instanceStageId&quot;:&quot;7af93027-9801-4764-b0fd-681219e77e61&quot;,&quot;instanceStageType&quot;:2}"/>
</p:tagL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Widescreen</PresentationFormat>
  <Paragraphs>12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cb81c2a9-2b89-4e54-aa9e-30a6f0784c29</vt:lpstr>
      <vt:lpstr>PowerPoint Presentation</vt:lpstr>
      <vt:lpstr>PowerPoint Presentation</vt:lpstr>
      <vt:lpstr>Slide2</vt:lpstr>
      <vt:lpstr>Slide3</vt:lpstr>
      <vt:lpstr>Slide4</vt:lpstr>
      <vt:lpstr>Slide5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ExpiredMultipleSlide 1</dc:title>
  <dc:creator>Kusum Bhalerao (c)</dc:creator>
  <cp:lastModifiedBy>Kusum Bhalerao (c)</cp:lastModifiedBy>
  <cp:revision>1</cp:revision>
  <dcterms:created xsi:type="dcterms:W3CDTF">2025-09-24T20:26:18Z</dcterms:created>
  <dcterms:modified xsi:type="dcterms:W3CDTF">2025-09-24T20:27:50Z</dcterms:modified>
</cp:coreProperties>
</file>